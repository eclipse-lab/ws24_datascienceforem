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4"/>
  </p:sldMasterIdLst>
  <p:notesMasterIdLst>
    <p:notesMasterId r:id="rId15"/>
  </p:notesMasterIdLst>
  <p:handoutMasterIdLst>
    <p:handoutMasterId r:id="rId16"/>
  </p:handoutMasterIdLst>
  <p:sldIdLst>
    <p:sldId id="386" r:id="rId5"/>
    <p:sldId id="413" r:id="rId6"/>
    <p:sldId id="414" r:id="rId7"/>
    <p:sldId id="416" r:id="rId8"/>
    <p:sldId id="417" r:id="rId9"/>
    <p:sldId id="418" r:id="rId10"/>
    <p:sldId id="419" r:id="rId11"/>
    <p:sldId id="420" r:id="rId12"/>
    <p:sldId id="421" r:id="rId13"/>
    <p:sldId id="411" r:id="rId14"/>
  </p:sldIdLst>
  <p:sldSz cx="10944225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86E"/>
    <a:srgbClr val="041E42"/>
    <a:srgbClr val="8C9FB1"/>
    <a:srgbClr val="0431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06" autoAdjust="0"/>
    <p:restoredTop sz="94053" autoAdjust="0"/>
  </p:normalViewPr>
  <p:slideViewPr>
    <p:cSldViewPr snapToGrid="0" showGuides="1">
      <p:cViewPr varScale="1">
        <p:scale>
          <a:sx n="97" d="100"/>
          <a:sy n="97" d="100"/>
        </p:scale>
        <p:origin x="264" y="77"/>
      </p:cViewPr>
      <p:guideLst/>
    </p:cSldViewPr>
  </p:slideViewPr>
  <p:outlineViewPr>
    <p:cViewPr>
      <p:scale>
        <a:sx n="33" d="100"/>
        <a:sy n="33" d="100"/>
      </p:scale>
      <p:origin x="0" y="-2784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 snapToGrid="0" showGuides="1">
      <p:cViewPr varScale="1">
        <p:scale>
          <a:sx n="121" d="100"/>
          <a:sy n="121" d="100"/>
        </p:scale>
        <p:origin x="5072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2C9555C-46DE-4406-8ABE-45349F5208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4F3B590-57A4-4D61-9607-3C2EA36AB1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8CE87A-16FF-4C7D-8292-0CB980715C8B}" type="datetimeFigureOut">
              <a:rPr lang="de-DE" smtClean="0"/>
              <a:t>08.11.2024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6DC5A1-1CCC-484A-AB24-DCA2F05D59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4041CFA-48F6-4759-86C7-790FC637E9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F6222-CCA6-4FA7-88E0-B7BAE53645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18328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56" units="cm"/>
          <inkml:channel name="Y" type="integer" max="2160" units="cm"/>
          <inkml:channel name="T" type="integer" max="2.14748E9" units="dev"/>
        </inkml:traceFormat>
        <inkml:channelProperties>
          <inkml:channelProperty channel="X" name="resolution" value="102.85714" units="1/cm"/>
          <inkml:channelProperty channel="Y" name="resolution" value="102.85714" units="1/cm"/>
          <inkml:channelProperty channel="T" name="resolution" value="1" units="1/dev"/>
        </inkml:channelProperties>
      </inkml:inkSource>
      <inkml:timestamp xml:id="ts0" timeString="2024-11-08T08:28:32.6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18305 5195 0,'19'0'235,"0"0"-220,0 0 204,-19 19 250,0 19-454,0-19 1,0 19 0,0-19-16,0 19 15,0 38-15,0-57 16,0 19-16,0 19 15,0-38-15,0 19 16,0-19 0,0 19-1,0-19 1,0 0 15,0 19-15,0-19-1,0 20 142,0-20-142,0 0 17,0 19-32,0-19 15,0 19 1,0-19-16,0 19 15,0-19 1,38-19 31,-38 19 0,0 19-16,0-57 94,0 0-94,0 0-15,0-19-16,0 19 16,0-19-1,0-19 1,0 38-1,0-19-15,0 19 16,0-1-16,0-18 16,0 19-16,0-19 0,0 19 15,0-38 1,0 19 0,0 19-16,0 0 15,19-19 1,-19 19-16,0-19 15,38 38 1,-38-19-16,19 0 16,-19-19-1,19 19-15,19 19 16,-38-38 0,19 38-1,19 0 16,-19-19-15,19 19 0,-19 0 15,0 0-15,19 0-1,-19 0 16,19 38 16,-19-38-47,-19 19 16,39-19 0,-20 38-1,0-38-15,-19 19 16,38 0-16,-19 19 15,19-19 1,-38 19-16,0-19 16,19-19-1,-19 19-15,38-19 16,-38 38-16,19-38 16,0 0-1,-19 19-15,38-19 16,-19 57-16,-19-19 15,0-19 1,0 19 0,0-19-16,0 20 31,0-20-15,0 0-1,0 19 1,0-19-16,0 19 15,-19-19 17,19 19-17,-38-38-15,38 19 16,-19 0 15,-19 19-15,19-38 15,-19 0 0,19 0-15,19 19 0,-19-19-16,-19 0 31,38 38-16,-19-38-15,-20 0 32,20 0-17,-19-19 17,19 0-17,0 19 1,-19 0 15,19-38-15,-19 38 46,38-19-62,-19 19 31,-19 0-15,19-19 15,0 19-15,-19 0 15,19 0-15,-19 0-1,19 0 17,0 0-32,-19 0 31,19 0-15,-19 0-1,19-38 32,19 19 0,-38 19 62,19-38-93,0 38 0,19-19-16,-38 19 15,38-38 1,-19 38-16</inkml:trace>
  <inkml:trace contextRef="#ctx0" brushRef="#br0" timeOffset="2435.87">18324 4700 0,'0'38'672,"0"-19"-657,0 0 1,0 19 15,0-19 1,0 19-17,0 19 16,0-38-15,0 19 0,0 19-1,19-57 1,-19 19 0,0 0-16,0 19 15,0-19 1,0 20-1,38-39 1,-38 19 0,19-19 374,0 0-358</inkml:trace>
  <inkml:trace contextRef="#ctx0" brushRef="#br0" timeOffset="27530.74">6850 5080 0,'19'0'1140,"0"0"-1124,-19 38 0,38-38-16,-19 0 31,19 0 0,-19 0-31,0 0 63,19 0 15,-18 0 15,18 0-77,-19 0 15,0 0-15,19 0 0,-19 0 62,-19-19-63</inkml:trace>
  <inkml:trace contextRef="#ctx0" brushRef="#br0" timeOffset="31913.75">28047 5537 0,'19'0'578,"19"0"-546,-19 0-1,-19 38-16,38-38-15,-19 0 16,-19 19-16,19-19 16,-19 19-1,38-19-15,-19 0 32,19 38-1,-19-38-16,-19 19 1,38-19 0,-19 38 15,-19-19 16,19-19-32,-19 38 1,0-18 0,38-20-1,-38 19 32,19-19-47,-19 38 16,38-19-1,-19 19-15,20-38 0,-39 19 16,19 0 0,0-19-16,-19 38 0,38-38 15,-38 57-15,19-57 16,-19 19 0,38-19-16,-38 38 15,19-38 1,-19 19-16,19-19 31,19 0-31</inkml:trace>
  <inkml:trace contextRef="#ctx0" brushRef="#br0" timeOffset="33864.93">28599 5461 0,'-19'19'422,"0"19"-406,-20-19 0,20 19-16,-19-19 15,38 19-15,-19-38 16,19 19-16,0 0 15,-38 19 1,19-38 0,19 19-1,-19 19 1,19-18 0,-38-20-1,19 38 1,19-19-16,-38 0 31,38 19 16,-19-19-31,-19 19 15,38-19-16,-19-19 1,0 38 15,19-19-15,-38-19-16,38 19 16,-19-19-1</inkml:trace>
  <inkml:trace contextRef="#ctx0" brushRef="#br0" timeOffset="37646.44">29093 5880 0,'0'38'2000,"0"0"-1984,0-19-1,0 19 1,0-19-16,19 0 47,-19 19-32,19-38-15,19 0 32,-19 0-17,20 0 1,-20-19 0,0 19 30,19 0-30,-19-19 15,19 19-15,-19-19 0,19 19-16,-38-38 15,19 38-15,0-19 16,19 19-1,-38-38-15,19 38 16,-19-19-16,38 19 16,-38-38-16,19 38 15,-19-19 48,-38 19-48,19 0-15,-19 0 16,19 0 0,0 0-16,-19 0 0,19 0 15,-19 0-15,-19 0 16,38 0 0,-19 0-1,18 0-15,1 0 16,-38 0-16,19 0 15,38-19 1,-19 19-16,-19 0 16,19 0-1,-19 0 1,19 0 0,0 0-1,-19 0 16,19 0 32,57 0 15,-19 0-62</inkml:trace>
  <inkml:trace contextRef="#ctx0" brushRef="#br0" timeOffset="75917.81">6413 5271 0,'38'0'1016,"-19"0"-985,19 0-31,-38-19 16,19 19-16,0 0 15,19-19 1,-19 19 0,-19-38-1,38 38-15,-19 0 16,19 0-1,-19 0 1,-19-19 0,19 19-16,19 0 15,-38-20 1,19 20 0,19 0-1,-19 0 1,19 0-16,-19 0 47,-19-38-16,19 38 0,-19 19 141,-19-19-141,19 19-15,-38-19-16,19 20 16,-19-20-1,19 0 1,-19 0-1,19 0 1,19 38-16,-19-38 16,-19 0-1,19 19 1,-19-19 0,19 0-16,-19 0 15,19 0 1,0 0-1,-19 0 1,57 0 109,0 0-78,0 0-31,19 0 46,-19 0-15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ECA62E-2216-4960-A875-4D2633F4A404}" type="datetimeFigureOut">
              <a:rPr lang="de-DE" smtClean="0"/>
              <a:t>08.11.2024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143000"/>
            <a:ext cx="492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F93703-73BA-47D5-8B02-C172375928D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3314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b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platzhalter 167">
            <a:extLst>
              <a:ext uri="{FF2B5EF4-FFF2-40B4-BE49-F238E27FC236}">
                <a16:creationId xmlns:a16="http://schemas.microsoft.com/office/drawing/2014/main" id="{91CA67B1-C872-42F5-99A5-C31B319F69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28776"/>
            <a:ext cx="10944225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3591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165" name="Bildplatzhalter 60">
            <a:extLst>
              <a:ext uri="{FF2B5EF4-FFF2-40B4-BE49-F238E27FC236}">
                <a16:creationId xmlns:a16="http://schemas.microsoft.com/office/drawing/2014/main" id="{F018B551-27B5-4B00-BF39-7527999917A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0944225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1DC1BF-B7B9-4143-AFEB-7D1D6C73E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6928" y="2913732"/>
            <a:ext cx="4470519" cy="925190"/>
          </a:xfrm>
        </p:spPr>
        <p:txBody>
          <a:bodyPr wrap="none" tIns="0" rIns="0"/>
          <a:lstStyle>
            <a:lvl1pPr algn="l">
              <a:lnSpc>
                <a:spcPct val="110000"/>
              </a:lnSpc>
              <a:defRPr sz="5925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Willkommen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29994FB-5DBF-40C3-99B7-BCB45F80FCBA}"/>
              </a:ext>
            </a:extLst>
          </p:cNvPr>
          <p:cNvSpPr/>
          <p:nvPr userDrawn="1"/>
        </p:nvSpPr>
        <p:spPr>
          <a:xfrm>
            <a:off x="465345" y="1196733"/>
            <a:ext cx="10481090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16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A67BB0E1-5E7F-46E5-9D87-74249FA80151}"/>
              </a:ext>
            </a:extLst>
          </p:cNvPr>
          <p:cNvGrpSpPr/>
          <p:nvPr userDrawn="1"/>
        </p:nvGrpSpPr>
        <p:grpSpPr>
          <a:xfrm>
            <a:off x="-350557" y="160153"/>
            <a:ext cx="299256" cy="136812"/>
            <a:chOff x="-133350" y="2711163"/>
            <a:chExt cx="333375" cy="136812"/>
          </a:xfrm>
        </p:grpSpPr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735EC3F0-D52F-43D8-9D20-FC4F70B192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D73E6E84-A759-4118-9971-2B614D3FE504}"/>
                </a:ext>
              </a:extLst>
            </p:cNvPr>
            <p:cNvSpPr txBox="1"/>
            <p:nvPr userDrawn="1"/>
          </p:nvSpPr>
          <p:spPr>
            <a:xfrm>
              <a:off x="-95237" y="2711163"/>
              <a:ext cx="257151" cy="11214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F1FCC803-A93B-423F-B835-B52876B2721B}"/>
              </a:ext>
            </a:extLst>
          </p:cNvPr>
          <p:cNvGrpSpPr/>
          <p:nvPr userDrawn="1"/>
        </p:nvGrpSpPr>
        <p:grpSpPr>
          <a:xfrm>
            <a:off x="-350557" y="1131703"/>
            <a:ext cx="299256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4D29247-DB20-40F1-888F-155F9E5ABC8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5E32A3F3-E989-43F3-A16F-94173C632533}"/>
                </a:ext>
              </a:extLst>
            </p:cNvPr>
            <p:cNvSpPr txBox="1"/>
            <p:nvPr userDrawn="1"/>
          </p:nvSpPr>
          <p:spPr>
            <a:xfrm>
              <a:off x="-95236" y="2711163"/>
              <a:ext cx="257151" cy="11214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44D22F83-A0F5-4FE2-9D6C-012542F7E2B8}"/>
              </a:ext>
            </a:extLst>
          </p:cNvPr>
          <p:cNvGrpSpPr/>
          <p:nvPr userDrawn="1"/>
        </p:nvGrpSpPr>
        <p:grpSpPr>
          <a:xfrm>
            <a:off x="-350557" y="1491963"/>
            <a:ext cx="299256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A2BC1BF-6FE4-4475-BE69-6D37CBD516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88D7DDBE-C865-4F05-B6F5-3E2BBB15FDA7}"/>
                </a:ext>
              </a:extLst>
            </p:cNvPr>
            <p:cNvSpPr txBox="1"/>
            <p:nvPr userDrawn="1"/>
          </p:nvSpPr>
          <p:spPr>
            <a:xfrm>
              <a:off x="-95236" y="2711163"/>
              <a:ext cx="257151" cy="11214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5BF365C6-4DF1-469F-A081-5BB981472333}"/>
              </a:ext>
            </a:extLst>
          </p:cNvPr>
          <p:cNvGrpSpPr/>
          <p:nvPr userDrawn="1"/>
        </p:nvGrpSpPr>
        <p:grpSpPr>
          <a:xfrm>
            <a:off x="-350557" y="3292188"/>
            <a:ext cx="299256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A1C573-E95F-4CC5-A4BE-0E74960DBC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02A35681-195F-407A-BB6C-7E3B4E241132}"/>
                </a:ext>
              </a:extLst>
            </p:cNvPr>
            <p:cNvSpPr txBox="1"/>
            <p:nvPr userDrawn="1"/>
          </p:nvSpPr>
          <p:spPr>
            <a:xfrm>
              <a:off x="-95236" y="2711163"/>
              <a:ext cx="257151" cy="11214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BF6DC0B3-1B79-4824-B73B-DC9B7AA77A08}"/>
              </a:ext>
            </a:extLst>
          </p:cNvPr>
          <p:cNvGrpSpPr/>
          <p:nvPr userDrawn="1"/>
        </p:nvGrpSpPr>
        <p:grpSpPr>
          <a:xfrm>
            <a:off x="-350557" y="6063963"/>
            <a:ext cx="299256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439D9EA3-D6F8-4D8A-8C91-B7BCDD4883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EF8776E0-353D-4DBE-918C-2BE4D9ED22C0}"/>
                </a:ext>
              </a:extLst>
            </p:cNvPr>
            <p:cNvSpPr txBox="1"/>
            <p:nvPr userDrawn="1"/>
          </p:nvSpPr>
          <p:spPr>
            <a:xfrm>
              <a:off x="-95235" y="2711163"/>
              <a:ext cx="257151" cy="11214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EB1A981A-C15F-48BC-856D-45BFDE402164}"/>
              </a:ext>
            </a:extLst>
          </p:cNvPr>
          <p:cNvGrpSpPr/>
          <p:nvPr userDrawn="1"/>
        </p:nvGrpSpPr>
        <p:grpSpPr>
          <a:xfrm>
            <a:off x="-350557" y="6495763"/>
            <a:ext cx="299256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CA1B7D91-52B4-4C4E-9872-DAE627C5BD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D5301F3-CDC0-4F62-A7F3-64DF1FAFB6C3}"/>
                </a:ext>
              </a:extLst>
            </p:cNvPr>
            <p:cNvSpPr txBox="1"/>
            <p:nvPr userDrawn="1"/>
          </p:nvSpPr>
          <p:spPr>
            <a:xfrm>
              <a:off x="-95235" y="2711163"/>
              <a:ext cx="257151" cy="11214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C5363AC9-A7FE-4ED9-A4AE-BF1F41479440}"/>
              </a:ext>
            </a:extLst>
          </p:cNvPr>
          <p:cNvGrpSpPr/>
          <p:nvPr userDrawn="1"/>
        </p:nvGrpSpPr>
        <p:grpSpPr>
          <a:xfrm rot="16200000">
            <a:off x="235760" y="-292142"/>
            <a:ext cx="333375" cy="122819"/>
            <a:chOff x="-133350" y="2711153"/>
            <a:chExt cx="333375" cy="136822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A5C058E5-1B77-4F37-8A90-6C2DB0C9F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3F3FD432-7B0C-441D-887D-260F088129D6}"/>
                </a:ext>
              </a:extLst>
            </p:cNvPr>
            <p:cNvSpPr txBox="1"/>
            <p:nvPr userDrawn="1"/>
          </p:nvSpPr>
          <p:spPr>
            <a:xfrm>
              <a:off x="-82079" y="2711153"/>
              <a:ext cx="230832" cy="12493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11D3348D-CD05-48E5-89ED-528A62DA8118}"/>
              </a:ext>
            </a:extLst>
          </p:cNvPr>
          <p:cNvGrpSpPr/>
          <p:nvPr userDrawn="1"/>
        </p:nvGrpSpPr>
        <p:grpSpPr>
          <a:xfrm rot="16200000">
            <a:off x="5147124" y="-292143"/>
            <a:ext cx="333375" cy="122816"/>
            <a:chOff x="-133350" y="2711157"/>
            <a:chExt cx="333375" cy="136818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8C904B9B-CFB8-4878-BE89-64B7783A68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C15810B6-1DFF-43DE-849F-E24988A1AC21}"/>
                </a:ext>
              </a:extLst>
            </p:cNvPr>
            <p:cNvSpPr txBox="1"/>
            <p:nvPr userDrawn="1"/>
          </p:nvSpPr>
          <p:spPr>
            <a:xfrm>
              <a:off x="-82077" y="2711157"/>
              <a:ext cx="230832" cy="1249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FDE3FDD-B76C-49E7-81B4-7302EAE01430}"/>
              </a:ext>
            </a:extLst>
          </p:cNvPr>
          <p:cNvGrpSpPr/>
          <p:nvPr userDrawn="1"/>
        </p:nvGrpSpPr>
        <p:grpSpPr>
          <a:xfrm>
            <a:off x="5568996" y="-397424"/>
            <a:ext cx="112147" cy="333375"/>
            <a:chOff x="6416665" y="-397424"/>
            <a:chExt cx="124933" cy="333375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CC2966EC-F4C0-41FC-88ED-2E5F725EA0B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92230FDE-430C-429C-A396-DFCEF2CE147E}"/>
                </a:ext>
              </a:extLst>
            </p:cNvPr>
            <p:cNvSpPr txBox="1"/>
            <p:nvPr userDrawn="1"/>
          </p:nvSpPr>
          <p:spPr>
            <a:xfrm rot="16200000">
              <a:off x="6363716" y="-293204"/>
              <a:ext cx="230832" cy="1249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53056242-C21F-4347-8E6E-305C959935E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305426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A954A2AB-7A1B-4F20-8556-0C283B584BE2}"/>
              </a:ext>
            </a:extLst>
          </p:cNvPr>
          <p:cNvGrpSpPr/>
          <p:nvPr userDrawn="1"/>
        </p:nvGrpSpPr>
        <p:grpSpPr>
          <a:xfrm rot="16200000">
            <a:off x="10258704" y="-292146"/>
            <a:ext cx="333375" cy="122812"/>
            <a:chOff x="-133350" y="2711161"/>
            <a:chExt cx="333375" cy="136814"/>
          </a:xfrm>
        </p:grpSpPr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C31D32E9-A207-4C49-AAE0-5A541EE5B5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0027A521-04C3-4807-A55B-38087BBBA705}"/>
                </a:ext>
              </a:extLst>
            </p:cNvPr>
            <p:cNvSpPr txBox="1"/>
            <p:nvPr userDrawn="1"/>
          </p:nvSpPr>
          <p:spPr>
            <a:xfrm>
              <a:off x="-82073" y="2711161"/>
              <a:ext cx="230832" cy="1249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9" name="Gruppieren 88">
            <a:extLst>
              <a:ext uri="{FF2B5EF4-FFF2-40B4-BE49-F238E27FC236}">
                <a16:creationId xmlns:a16="http://schemas.microsoft.com/office/drawing/2014/main" id="{CC8BC6AE-6CE4-9748-AC17-9E198B6F4F89}"/>
              </a:ext>
            </a:extLst>
          </p:cNvPr>
          <p:cNvGrpSpPr/>
          <p:nvPr userDrawn="1"/>
        </p:nvGrpSpPr>
        <p:grpSpPr>
          <a:xfrm>
            <a:off x="470179" y="293096"/>
            <a:ext cx="2388067" cy="301237"/>
            <a:chOff x="510639" y="293688"/>
            <a:chExt cx="2594512" cy="327279"/>
          </a:xfrm>
        </p:grpSpPr>
        <p:sp>
          <p:nvSpPr>
            <p:cNvPr id="90" name="Freihandform: Form 139">
              <a:extLst>
                <a:ext uri="{FF2B5EF4-FFF2-40B4-BE49-F238E27FC236}">
                  <a16:creationId xmlns:a16="http://schemas.microsoft.com/office/drawing/2014/main" id="{7944ADB4-28E9-E54B-99AB-EEEC48E3E9C4}"/>
                </a:ext>
              </a:extLst>
            </p:cNvPr>
            <p:cNvSpPr/>
            <p:nvPr/>
          </p:nvSpPr>
          <p:spPr>
            <a:xfrm>
              <a:off x="519935" y="300420"/>
              <a:ext cx="78213" cy="124372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1" name="Freihandform: Form 140">
              <a:extLst>
                <a:ext uri="{FF2B5EF4-FFF2-40B4-BE49-F238E27FC236}">
                  <a16:creationId xmlns:a16="http://schemas.microsoft.com/office/drawing/2014/main" id="{5F39EB70-11A3-214A-B6AF-3403E7193380}"/>
                </a:ext>
              </a:extLst>
            </p:cNvPr>
            <p:cNvSpPr/>
            <p:nvPr/>
          </p:nvSpPr>
          <p:spPr>
            <a:xfrm>
              <a:off x="610329" y="332713"/>
              <a:ext cx="53852" cy="91758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2" name="Freihandform: Form 141">
              <a:extLst>
                <a:ext uri="{FF2B5EF4-FFF2-40B4-BE49-F238E27FC236}">
                  <a16:creationId xmlns:a16="http://schemas.microsoft.com/office/drawing/2014/main" id="{5BE79D72-5BF7-6B4A-9A63-8980E59C2876}"/>
                </a:ext>
              </a:extLst>
            </p:cNvPr>
            <p:cNvSpPr/>
            <p:nvPr/>
          </p:nvSpPr>
          <p:spPr>
            <a:xfrm>
              <a:off x="679247" y="294971"/>
              <a:ext cx="26605" cy="129501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3" name="Freihandform: Form 142">
              <a:extLst>
                <a:ext uri="{FF2B5EF4-FFF2-40B4-BE49-F238E27FC236}">
                  <a16:creationId xmlns:a16="http://schemas.microsoft.com/office/drawing/2014/main" id="{10A02B78-35B8-3142-94A6-4DFF3CA410B2}"/>
                </a:ext>
              </a:extLst>
            </p:cNvPr>
            <p:cNvSpPr/>
            <p:nvPr/>
          </p:nvSpPr>
          <p:spPr>
            <a:xfrm>
              <a:off x="725086" y="332795"/>
              <a:ext cx="81739" cy="93920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4" name="Freihandform: Form 143">
              <a:extLst>
                <a:ext uri="{FF2B5EF4-FFF2-40B4-BE49-F238E27FC236}">
                  <a16:creationId xmlns:a16="http://schemas.microsoft.com/office/drawing/2014/main" id="{922C61DF-01CF-3A41-95F4-A8926616895C}"/>
                </a:ext>
              </a:extLst>
            </p:cNvPr>
            <p:cNvSpPr/>
            <p:nvPr/>
          </p:nvSpPr>
          <p:spPr>
            <a:xfrm>
              <a:off x="825417" y="293688"/>
              <a:ext cx="83663" cy="133347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144">
              <a:extLst>
                <a:ext uri="{FF2B5EF4-FFF2-40B4-BE49-F238E27FC236}">
                  <a16:creationId xmlns:a16="http://schemas.microsoft.com/office/drawing/2014/main" id="{A603F1F5-3849-ED43-AA16-D1ED4550364A}"/>
                </a:ext>
              </a:extLst>
            </p:cNvPr>
            <p:cNvSpPr/>
            <p:nvPr/>
          </p:nvSpPr>
          <p:spPr>
            <a:xfrm>
              <a:off x="936967" y="332713"/>
              <a:ext cx="53852" cy="91758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145">
              <a:extLst>
                <a:ext uri="{FF2B5EF4-FFF2-40B4-BE49-F238E27FC236}">
                  <a16:creationId xmlns:a16="http://schemas.microsoft.com/office/drawing/2014/main" id="{8FA45080-7502-FB45-9F84-BC552AEB64D8}"/>
                </a:ext>
              </a:extLst>
            </p:cNvPr>
            <p:cNvSpPr/>
            <p:nvPr/>
          </p:nvSpPr>
          <p:spPr>
            <a:xfrm>
              <a:off x="1005565" y="294971"/>
              <a:ext cx="26605" cy="129501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146">
              <a:extLst>
                <a:ext uri="{FF2B5EF4-FFF2-40B4-BE49-F238E27FC236}">
                  <a16:creationId xmlns:a16="http://schemas.microsoft.com/office/drawing/2014/main" id="{03EF95C3-5552-AA4B-9FB5-E08AA4CA3797}"/>
                </a:ext>
              </a:extLst>
            </p:cNvPr>
            <p:cNvSpPr/>
            <p:nvPr/>
          </p:nvSpPr>
          <p:spPr>
            <a:xfrm>
              <a:off x="1052044" y="332474"/>
              <a:ext cx="75649" cy="94240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147">
              <a:extLst>
                <a:ext uri="{FF2B5EF4-FFF2-40B4-BE49-F238E27FC236}">
                  <a16:creationId xmlns:a16="http://schemas.microsoft.com/office/drawing/2014/main" id="{21636EC9-35AD-504F-9A92-E14CEC969A4B}"/>
                </a:ext>
              </a:extLst>
            </p:cNvPr>
            <p:cNvSpPr/>
            <p:nvPr/>
          </p:nvSpPr>
          <p:spPr>
            <a:xfrm>
              <a:off x="1145644" y="293688"/>
              <a:ext cx="77252" cy="131103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148">
              <a:extLst>
                <a:ext uri="{FF2B5EF4-FFF2-40B4-BE49-F238E27FC236}">
                  <a16:creationId xmlns:a16="http://schemas.microsoft.com/office/drawing/2014/main" id="{A4F29FA5-63B8-C547-AF31-FC16D50453BA}"/>
                </a:ext>
              </a:extLst>
            </p:cNvPr>
            <p:cNvSpPr/>
            <p:nvPr/>
          </p:nvSpPr>
          <p:spPr>
            <a:xfrm>
              <a:off x="1246937" y="359721"/>
              <a:ext cx="43915" cy="19874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149">
              <a:extLst>
                <a:ext uri="{FF2B5EF4-FFF2-40B4-BE49-F238E27FC236}">
                  <a16:creationId xmlns:a16="http://schemas.microsoft.com/office/drawing/2014/main" id="{47516492-484E-5D46-8709-A8AB5FE510CA}"/>
                </a:ext>
              </a:extLst>
            </p:cNvPr>
            <p:cNvSpPr/>
            <p:nvPr/>
          </p:nvSpPr>
          <p:spPr>
            <a:xfrm>
              <a:off x="1302071" y="300420"/>
              <a:ext cx="115397" cy="124051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50">
              <a:extLst>
                <a:ext uri="{FF2B5EF4-FFF2-40B4-BE49-F238E27FC236}">
                  <a16:creationId xmlns:a16="http://schemas.microsoft.com/office/drawing/2014/main" id="{E25FF532-ADE8-C34F-9F7F-F3E6786B8089}"/>
                </a:ext>
              </a:extLst>
            </p:cNvPr>
            <p:cNvSpPr/>
            <p:nvPr/>
          </p:nvSpPr>
          <p:spPr>
            <a:xfrm>
              <a:off x="1436060" y="293688"/>
              <a:ext cx="20835" cy="130783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51">
              <a:extLst>
                <a:ext uri="{FF2B5EF4-FFF2-40B4-BE49-F238E27FC236}">
                  <a16:creationId xmlns:a16="http://schemas.microsoft.com/office/drawing/2014/main" id="{79A2A48C-FA79-0341-AC61-FCD4CF788627}"/>
                </a:ext>
              </a:extLst>
            </p:cNvPr>
            <p:cNvSpPr/>
            <p:nvPr/>
          </p:nvSpPr>
          <p:spPr>
            <a:xfrm>
              <a:off x="1479334" y="332795"/>
              <a:ext cx="81739" cy="93920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52">
              <a:extLst>
                <a:ext uri="{FF2B5EF4-FFF2-40B4-BE49-F238E27FC236}">
                  <a16:creationId xmlns:a16="http://schemas.microsoft.com/office/drawing/2014/main" id="{1186831A-AA3C-7849-B28F-067115F502D1}"/>
                </a:ext>
              </a:extLst>
            </p:cNvPr>
            <p:cNvSpPr/>
            <p:nvPr/>
          </p:nvSpPr>
          <p:spPr>
            <a:xfrm>
              <a:off x="1572613" y="334718"/>
              <a:ext cx="85906" cy="89753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53">
              <a:extLst>
                <a:ext uri="{FF2B5EF4-FFF2-40B4-BE49-F238E27FC236}">
                  <a16:creationId xmlns:a16="http://schemas.microsoft.com/office/drawing/2014/main" id="{C1279388-2F71-8E4A-B506-10716BD37A74}"/>
                </a:ext>
              </a:extLst>
            </p:cNvPr>
            <p:cNvSpPr/>
            <p:nvPr/>
          </p:nvSpPr>
          <p:spPr>
            <a:xfrm>
              <a:off x="1669733" y="332795"/>
              <a:ext cx="75975" cy="93920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54">
              <a:extLst>
                <a:ext uri="{FF2B5EF4-FFF2-40B4-BE49-F238E27FC236}">
                  <a16:creationId xmlns:a16="http://schemas.microsoft.com/office/drawing/2014/main" id="{1DB7F05E-3667-554D-BF1C-2889F078A694}"/>
                </a:ext>
              </a:extLst>
            </p:cNvPr>
            <p:cNvSpPr/>
            <p:nvPr/>
          </p:nvSpPr>
          <p:spPr>
            <a:xfrm>
              <a:off x="1772314" y="332795"/>
              <a:ext cx="77252" cy="9199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55">
              <a:extLst>
                <a:ext uri="{FF2B5EF4-FFF2-40B4-BE49-F238E27FC236}">
                  <a16:creationId xmlns:a16="http://schemas.microsoft.com/office/drawing/2014/main" id="{53AD7042-4482-2646-B5A0-46905020C662}"/>
                </a:ext>
              </a:extLst>
            </p:cNvPr>
            <p:cNvSpPr/>
            <p:nvPr/>
          </p:nvSpPr>
          <p:spPr>
            <a:xfrm>
              <a:off x="1871684" y="293688"/>
              <a:ext cx="83663" cy="133347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56">
              <a:extLst>
                <a:ext uri="{FF2B5EF4-FFF2-40B4-BE49-F238E27FC236}">
                  <a16:creationId xmlns:a16="http://schemas.microsoft.com/office/drawing/2014/main" id="{09AED7C5-F8E7-194C-8A06-549D2B0D63EF}"/>
                </a:ext>
              </a:extLst>
            </p:cNvPr>
            <p:cNvSpPr/>
            <p:nvPr/>
          </p:nvSpPr>
          <p:spPr>
            <a:xfrm>
              <a:off x="1978106" y="332795"/>
              <a:ext cx="81739" cy="93920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57">
              <a:extLst>
                <a:ext uri="{FF2B5EF4-FFF2-40B4-BE49-F238E27FC236}">
                  <a16:creationId xmlns:a16="http://schemas.microsoft.com/office/drawing/2014/main" id="{91B41418-6EE6-864D-B581-6DE0C1BBBEF8}"/>
                </a:ext>
              </a:extLst>
            </p:cNvPr>
            <p:cNvSpPr/>
            <p:nvPr/>
          </p:nvSpPr>
          <p:spPr>
            <a:xfrm>
              <a:off x="2083566" y="332713"/>
              <a:ext cx="53852" cy="91758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58">
              <a:extLst>
                <a:ext uri="{FF2B5EF4-FFF2-40B4-BE49-F238E27FC236}">
                  <a16:creationId xmlns:a16="http://schemas.microsoft.com/office/drawing/2014/main" id="{24F5B301-A275-6C4E-8555-274D8DB83CB0}"/>
                </a:ext>
              </a:extLst>
            </p:cNvPr>
            <p:cNvSpPr/>
            <p:nvPr/>
          </p:nvSpPr>
          <p:spPr>
            <a:xfrm>
              <a:off x="2150561" y="359721"/>
              <a:ext cx="43915" cy="19874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59">
              <a:extLst>
                <a:ext uri="{FF2B5EF4-FFF2-40B4-BE49-F238E27FC236}">
                  <a16:creationId xmlns:a16="http://schemas.microsoft.com/office/drawing/2014/main" id="{ED5FEAD7-7ED2-9245-87BD-91F4582AF2C8}"/>
                </a:ext>
              </a:extLst>
            </p:cNvPr>
            <p:cNvSpPr/>
            <p:nvPr/>
          </p:nvSpPr>
          <p:spPr>
            <a:xfrm>
              <a:off x="2221081" y="300420"/>
              <a:ext cx="97126" cy="126295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60">
              <a:extLst>
                <a:ext uri="{FF2B5EF4-FFF2-40B4-BE49-F238E27FC236}">
                  <a16:creationId xmlns:a16="http://schemas.microsoft.com/office/drawing/2014/main" id="{E6934E97-0DC7-F146-AF23-232E63FD4631}"/>
                </a:ext>
              </a:extLst>
            </p:cNvPr>
            <p:cNvSpPr/>
            <p:nvPr/>
          </p:nvSpPr>
          <p:spPr>
            <a:xfrm>
              <a:off x="2346415" y="332795"/>
              <a:ext cx="76931" cy="9199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2" name="Freihandform: Form 161">
              <a:extLst>
                <a:ext uri="{FF2B5EF4-FFF2-40B4-BE49-F238E27FC236}">
                  <a16:creationId xmlns:a16="http://schemas.microsoft.com/office/drawing/2014/main" id="{0D2F8EA2-3450-CD4C-BFB2-75A4561CB3AB}"/>
                </a:ext>
              </a:extLst>
            </p:cNvPr>
            <p:cNvSpPr/>
            <p:nvPr/>
          </p:nvSpPr>
          <p:spPr>
            <a:xfrm>
              <a:off x="2447067" y="294971"/>
              <a:ext cx="26605" cy="129501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3" name="Freihandform: Form 162">
              <a:extLst>
                <a:ext uri="{FF2B5EF4-FFF2-40B4-BE49-F238E27FC236}">
                  <a16:creationId xmlns:a16="http://schemas.microsoft.com/office/drawing/2014/main" id="{5F7D478E-9FB8-EB4C-9E47-CBC5A291E33C}"/>
                </a:ext>
              </a:extLst>
            </p:cNvPr>
            <p:cNvSpPr/>
            <p:nvPr/>
          </p:nvSpPr>
          <p:spPr>
            <a:xfrm>
              <a:off x="2488418" y="335039"/>
              <a:ext cx="87189" cy="89753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4" name="Freihandform: Form 163">
              <a:extLst>
                <a:ext uri="{FF2B5EF4-FFF2-40B4-BE49-F238E27FC236}">
                  <a16:creationId xmlns:a16="http://schemas.microsoft.com/office/drawing/2014/main" id="{2C81BF5F-CBCE-A740-A1FB-28E23AD33F5A}"/>
                </a:ext>
              </a:extLst>
            </p:cNvPr>
            <p:cNvSpPr/>
            <p:nvPr/>
          </p:nvSpPr>
          <p:spPr>
            <a:xfrm>
              <a:off x="2585223" y="332795"/>
              <a:ext cx="81739" cy="93920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5" name="Freihandform: Form 165">
              <a:extLst>
                <a:ext uri="{FF2B5EF4-FFF2-40B4-BE49-F238E27FC236}">
                  <a16:creationId xmlns:a16="http://schemas.microsoft.com/office/drawing/2014/main" id="{45C55643-F866-9046-AAE5-A34B204C2FD4}"/>
                </a:ext>
              </a:extLst>
            </p:cNvPr>
            <p:cNvSpPr/>
            <p:nvPr/>
          </p:nvSpPr>
          <p:spPr>
            <a:xfrm>
              <a:off x="2690683" y="332713"/>
              <a:ext cx="53852" cy="91758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6" name="Freihandform: Form 166">
              <a:extLst>
                <a:ext uri="{FF2B5EF4-FFF2-40B4-BE49-F238E27FC236}">
                  <a16:creationId xmlns:a16="http://schemas.microsoft.com/office/drawing/2014/main" id="{4D2BBA42-E7A9-F64B-8F53-19A7B77C55AD}"/>
                </a:ext>
              </a:extLst>
            </p:cNvPr>
            <p:cNvSpPr/>
            <p:nvPr/>
          </p:nvSpPr>
          <p:spPr>
            <a:xfrm>
              <a:off x="2754472" y="332474"/>
              <a:ext cx="69238" cy="94240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7" name="Freihandform: Form 168">
              <a:extLst>
                <a:ext uri="{FF2B5EF4-FFF2-40B4-BE49-F238E27FC236}">
                  <a16:creationId xmlns:a16="http://schemas.microsoft.com/office/drawing/2014/main" id="{3BA85D58-C650-9840-A242-8B2B93CCE3F2}"/>
                </a:ext>
              </a:extLst>
            </p:cNvPr>
            <p:cNvSpPr/>
            <p:nvPr/>
          </p:nvSpPr>
          <p:spPr>
            <a:xfrm>
              <a:off x="2843264" y="294971"/>
              <a:ext cx="26605" cy="129501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8" name="Freihandform: Form 169">
              <a:extLst>
                <a:ext uri="{FF2B5EF4-FFF2-40B4-BE49-F238E27FC236}">
                  <a16:creationId xmlns:a16="http://schemas.microsoft.com/office/drawing/2014/main" id="{E698C5B6-146C-E549-A8A5-5FC1D0C583E1}"/>
                </a:ext>
              </a:extLst>
            </p:cNvPr>
            <p:cNvSpPr/>
            <p:nvPr/>
          </p:nvSpPr>
          <p:spPr>
            <a:xfrm>
              <a:off x="2884935" y="306189"/>
              <a:ext cx="55775" cy="120525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9" name="Freihandform: Form 170">
              <a:extLst>
                <a:ext uri="{FF2B5EF4-FFF2-40B4-BE49-F238E27FC236}">
                  <a16:creationId xmlns:a16="http://schemas.microsoft.com/office/drawing/2014/main" id="{F68F6AEA-1940-0547-BBEE-657DF7134C8F}"/>
                </a:ext>
              </a:extLst>
            </p:cNvPr>
            <p:cNvSpPr/>
            <p:nvPr/>
          </p:nvSpPr>
          <p:spPr>
            <a:xfrm>
              <a:off x="2957058" y="296573"/>
              <a:ext cx="75970" cy="130142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0" name="Freihandform: Form 171">
              <a:extLst>
                <a:ext uri="{FF2B5EF4-FFF2-40B4-BE49-F238E27FC236}">
                  <a16:creationId xmlns:a16="http://schemas.microsoft.com/office/drawing/2014/main" id="{5FF475EB-CDEA-0F4D-9F71-E30B43AFC25B}"/>
                </a:ext>
              </a:extLst>
            </p:cNvPr>
            <p:cNvSpPr/>
            <p:nvPr/>
          </p:nvSpPr>
          <p:spPr>
            <a:xfrm>
              <a:off x="3049376" y="306189"/>
              <a:ext cx="55775" cy="120525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1" name="Freihandform: Form 172">
              <a:extLst>
                <a:ext uri="{FF2B5EF4-FFF2-40B4-BE49-F238E27FC236}">
                  <a16:creationId xmlns:a16="http://schemas.microsoft.com/office/drawing/2014/main" id="{72826F92-0C54-6847-B9B1-0AA02BA449FF}"/>
                </a:ext>
              </a:extLst>
            </p:cNvPr>
            <p:cNvSpPr/>
            <p:nvPr/>
          </p:nvSpPr>
          <p:spPr>
            <a:xfrm>
              <a:off x="510639" y="494671"/>
              <a:ext cx="92638" cy="124051"/>
            </a:xfrm>
            <a:custGeom>
              <a:avLst/>
              <a:gdLst>
                <a:gd name="connsiteX0" fmla="*/ 275273 w 275272"/>
                <a:gd name="connsiteY0" fmla="*/ 60960 h 368617"/>
                <a:gd name="connsiteX1" fmla="*/ 170498 w 275272"/>
                <a:gd name="connsiteY1" fmla="*/ 60960 h 368617"/>
                <a:gd name="connsiteX2" fmla="*/ 170498 w 275272"/>
                <a:gd name="connsiteY2" fmla="*/ 368617 h 368617"/>
                <a:gd name="connsiteX3" fmla="*/ 104775 w 275272"/>
                <a:gd name="connsiteY3" fmla="*/ 368617 h 368617"/>
                <a:gd name="connsiteX4" fmla="*/ 104775 w 275272"/>
                <a:gd name="connsiteY4" fmla="*/ 60960 h 368617"/>
                <a:gd name="connsiteX5" fmla="*/ 0 w 275272"/>
                <a:gd name="connsiteY5" fmla="*/ 60960 h 368617"/>
                <a:gd name="connsiteX6" fmla="*/ 0 w 275272"/>
                <a:gd name="connsiteY6" fmla="*/ 0 h 368617"/>
                <a:gd name="connsiteX7" fmla="*/ 275273 w 275272"/>
                <a:gd name="connsiteY7" fmla="*/ 0 h 368617"/>
                <a:gd name="connsiteX8" fmla="*/ 275273 w 275272"/>
                <a:gd name="connsiteY8" fmla="*/ 6096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272" h="368617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2" name="Freihandform: Form 173">
              <a:extLst>
                <a:ext uri="{FF2B5EF4-FFF2-40B4-BE49-F238E27FC236}">
                  <a16:creationId xmlns:a16="http://schemas.microsoft.com/office/drawing/2014/main" id="{25640795-B634-FF4E-B268-F19E7181BD8B}"/>
                </a:ext>
              </a:extLst>
            </p:cNvPr>
            <p:cNvSpPr/>
            <p:nvPr/>
          </p:nvSpPr>
          <p:spPr>
            <a:xfrm>
              <a:off x="603919" y="526726"/>
              <a:ext cx="81739" cy="93920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7 w 242887"/>
                <a:gd name="connsiteY5" fmla="*/ 160972 h 279082"/>
                <a:gd name="connsiteX6" fmla="*/ 133350 w 242887"/>
                <a:gd name="connsiteY6" fmla="*/ 225742 h 279082"/>
                <a:gd name="connsiteX7" fmla="*/ 199073 w 242887"/>
                <a:gd name="connsiteY7" fmla="*/ 194310 h 279082"/>
                <a:gd name="connsiteX8" fmla="*/ 238125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3" name="Freihandform: Form 174">
              <a:extLst>
                <a:ext uri="{FF2B5EF4-FFF2-40B4-BE49-F238E27FC236}">
                  <a16:creationId xmlns:a16="http://schemas.microsoft.com/office/drawing/2014/main" id="{404D8EF5-BCE6-6A4D-8ED5-72340983DA3E}"/>
                </a:ext>
              </a:extLst>
            </p:cNvPr>
            <p:cNvSpPr/>
            <p:nvPr/>
          </p:nvSpPr>
          <p:spPr>
            <a:xfrm>
              <a:off x="703929" y="526405"/>
              <a:ext cx="75649" cy="94241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3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4" name="Freihandform: Form 175">
              <a:extLst>
                <a:ext uri="{FF2B5EF4-FFF2-40B4-BE49-F238E27FC236}">
                  <a16:creationId xmlns:a16="http://schemas.microsoft.com/office/drawing/2014/main" id="{B032549A-565D-6F43-A41D-6D2EB82A51F0}"/>
                </a:ext>
              </a:extLst>
            </p:cNvPr>
            <p:cNvSpPr/>
            <p:nvPr/>
          </p:nvSpPr>
          <p:spPr>
            <a:xfrm>
              <a:off x="797850" y="487619"/>
              <a:ext cx="76931" cy="131103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5" name="Freihandform: Form 176">
              <a:extLst>
                <a:ext uri="{FF2B5EF4-FFF2-40B4-BE49-F238E27FC236}">
                  <a16:creationId xmlns:a16="http://schemas.microsoft.com/office/drawing/2014/main" id="{46DFBA15-70A4-AC48-B2F0-2F1A83B26564}"/>
                </a:ext>
              </a:extLst>
            </p:cNvPr>
            <p:cNvSpPr/>
            <p:nvPr/>
          </p:nvSpPr>
          <p:spPr>
            <a:xfrm>
              <a:off x="901707" y="526726"/>
              <a:ext cx="76931" cy="9199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6" name="Freihandform: Form 177">
              <a:extLst>
                <a:ext uri="{FF2B5EF4-FFF2-40B4-BE49-F238E27FC236}">
                  <a16:creationId xmlns:a16="http://schemas.microsoft.com/office/drawing/2014/main" id="{AFA17A43-A2B0-7E49-AC8B-341705F6F6B6}"/>
                </a:ext>
              </a:extLst>
            </p:cNvPr>
            <p:cNvSpPr/>
            <p:nvPr/>
          </p:nvSpPr>
          <p:spPr>
            <a:xfrm>
              <a:off x="1002359" y="488901"/>
              <a:ext cx="26605" cy="129501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7" name="Freihandform: Form 178">
              <a:extLst>
                <a:ext uri="{FF2B5EF4-FFF2-40B4-BE49-F238E27FC236}">
                  <a16:creationId xmlns:a16="http://schemas.microsoft.com/office/drawing/2014/main" id="{6E7E5256-7F0D-E04D-BA15-8337AB366288}"/>
                </a:ext>
              </a:extLst>
            </p:cNvPr>
            <p:cNvSpPr/>
            <p:nvPr/>
          </p:nvSpPr>
          <p:spPr>
            <a:xfrm>
              <a:off x="1045312" y="526405"/>
              <a:ext cx="69238" cy="94241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2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8" name="Freihandform: Form 179">
              <a:extLst>
                <a:ext uri="{FF2B5EF4-FFF2-40B4-BE49-F238E27FC236}">
                  <a16:creationId xmlns:a16="http://schemas.microsoft.com/office/drawing/2014/main" id="{CD2E0DEE-E499-AA48-BF87-62E93D8E9A0A}"/>
                </a:ext>
              </a:extLst>
            </p:cNvPr>
            <p:cNvSpPr/>
            <p:nvPr/>
          </p:nvSpPr>
          <p:spPr>
            <a:xfrm>
              <a:off x="1131540" y="526405"/>
              <a:ext cx="75649" cy="94241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9" name="Freihandform: Form 180">
              <a:extLst>
                <a:ext uri="{FF2B5EF4-FFF2-40B4-BE49-F238E27FC236}">
                  <a16:creationId xmlns:a16="http://schemas.microsoft.com/office/drawing/2014/main" id="{E519F4F8-9EA5-DB42-9CE2-A7667F354FA9}"/>
                </a:ext>
              </a:extLst>
            </p:cNvPr>
            <p:cNvSpPr/>
            <p:nvPr/>
          </p:nvSpPr>
          <p:spPr>
            <a:xfrm>
              <a:off x="1225460" y="487619"/>
              <a:ext cx="76931" cy="131103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0" name="Freihandform: Form 181">
              <a:extLst>
                <a:ext uri="{FF2B5EF4-FFF2-40B4-BE49-F238E27FC236}">
                  <a16:creationId xmlns:a16="http://schemas.microsoft.com/office/drawing/2014/main" id="{F9259BD4-6C56-224D-8FD6-E12730BA14C1}"/>
                </a:ext>
              </a:extLst>
            </p:cNvPr>
            <p:cNvSpPr/>
            <p:nvPr/>
          </p:nvSpPr>
          <p:spPr>
            <a:xfrm>
              <a:off x="1324189" y="526726"/>
              <a:ext cx="81739" cy="93920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1" name="Freihandform: Form 182">
              <a:extLst>
                <a:ext uri="{FF2B5EF4-FFF2-40B4-BE49-F238E27FC236}">
                  <a16:creationId xmlns:a16="http://schemas.microsoft.com/office/drawing/2014/main" id="{873386B5-8A2E-D64D-88DD-F90A7FA2BBEE}"/>
                </a:ext>
              </a:extLst>
            </p:cNvPr>
            <p:cNvSpPr/>
            <p:nvPr/>
          </p:nvSpPr>
          <p:spPr>
            <a:xfrm>
              <a:off x="1482539" y="494671"/>
              <a:ext cx="77893" cy="124051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2" name="Freihandform: Form 183">
              <a:extLst>
                <a:ext uri="{FF2B5EF4-FFF2-40B4-BE49-F238E27FC236}">
                  <a16:creationId xmlns:a16="http://schemas.microsoft.com/office/drawing/2014/main" id="{67C4036E-B5A8-534C-8AB5-38B18A797170}"/>
                </a:ext>
              </a:extLst>
            </p:cNvPr>
            <p:cNvSpPr/>
            <p:nvPr/>
          </p:nvSpPr>
          <p:spPr>
            <a:xfrm>
              <a:off x="1564279" y="526726"/>
              <a:ext cx="76290" cy="93920"/>
            </a:xfrm>
            <a:custGeom>
              <a:avLst/>
              <a:gdLst>
                <a:gd name="connsiteX0" fmla="*/ 115253 w 226694"/>
                <a:gd name="connsiteY0" fmla="*/ 107633 h 279082"/>
                <a:gd name="connsiteX1" fmla="*/ 165735 w 226694"/>
                <a:gd name="connsiteY1" fmla="*/ 113347 h 279082"/>
                <a:gd name="connsiteX2" fmla="*/ 165735 w 226694"/>
                <a:gd name="connsiteY2" fmla="*/ 103822 h 279082"/>
                <a:gd name="connsiteX3" fmla="*/ 106680 w 226694"/>
                <a:gd name="connsiteY3" fmla="*/ 52388 h 279082"/>
                <a:gd name="connsiteX4" fmla="*/ 39053 w 226694"/>
                <a:gd name="connsiteY4" fmla="*/ 67627 h 279082"/>
                <a:gd name="connsiteX5" fmla="*/ 25717 w 226694"/>
                <a:gd name="connsiteY5" fmla="*/ 15240 h 279082"/>
                <a:gd name="connsiteX6" fmla="*/ 113347 w 226694"/>
                <a:gd name="connsiteY6" fmla="*/ 0 h 279082"/>
                <a:gd name="connsiteX7" fmla="*/ 226695 w 226694"/>
                <a:gd name="connsiteY7" fmla="*/ 102870 h 279082"/>
                <a:gd name="connsiteX8" fmla="*/ 226695 w 226694"/>
                <a:gd name="connsiteY8" fmla="*/ 273367 h 279082"/>
                <a:gd name="connsiteX9" fmla="*/ 167640 w 226694"/>
                <a:gd name="connsiteY9" fmla="*/ 273367 h 279082"/>
                <a:gd name="connsiteX10" fmla="*/ 167640 w 226694"/>
                <a:gd name="connsiteY10" fmla="*/ 244792 h 279082"/>
                <a:gd name="connsiteX11" fmla="*/ 165735 w 226694"/>
                <a:gd name="connsiteY11" fmla="*/ 244792 h 279082"/>
                <a:gd name="connsiteX12" fmla="*/ 87630 w 226694"/>
                <a:gd name="connsiteY12" fmla="*/ 279083 h 279082"/>
                <a:gd name="connsiteX13" fmla="*/ 0 w 226694"/>
                <a:gd name="connsiteY13" fmla="*/ 194310 h 279082"/>
                <a:gd name="connsiteX14" fmla="*/ 115253 w 226694"/>
                <a:gd name="connsiteY14" fmla="*/ 107633 h 279082"/>
                <a:gd name="connsiteX15" fmla="*/ 104775 w 226694"/>
                <a:gd name="connsiteY15" fmla="*/ 232410 h 279082"/>
                <a:gd name="connsiteX16" fmla="*/ 165735 w 226694"/>
                <a:gd name="connsiteY16" fmla="*/ 200025 h 279082"/>
                <a:gd name="connsiteX17" fmla="*/ 165735 w 226694"/>
                <a:gd name="connsiteY17" fmla="*/ 153352 h 279082"/>
                <a:gd name="connsiteX18" fmla="*/ 121920 w 226694"/>
                <a:gd name="connsiteY18" fmla="*/ 148590 h 279082"/>
                <a:gd name="connsiteX19" fmla="*/ 60007 w 226694"/>
                <a:gd name="connsiteY19" fmla="*/ 192405 h 279082"/>
                <a:gd name="connsiteX20" fmla="*/ 104775 w 226694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6694" h="279082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3" name="Freihandform: Form 184">
              <a:extLst>
                <a:ext uri="{FF2B5EF4-FFF2-40B4-BE49-F238E27FC236}">
                  <a16:creationId xmlns:a16="http://schemas.microsoft.com/office/drawing/2014/main" id="{73DBE057-456D-2E43-9EF7-B10A2859753E}"/>
                </a:ext>
              </a:extLst>
            </p:cNvPr>
            <p:cNvSpPr/>
            <p:nvPr/>
          </p:nvSpPr>
          <p:spPr>
            <a:xfrm>
              <a:off x="1667175" y="487619"/>
              <a:ext cx="78854" cy="131103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4" name="Freihandform: Form 185">
              <a:extLst>
                <a:ext uri="{FF2B5EF4-FFF2-40B4-BE49-F238E27FC236}">
                  <a16:creationId xmlns:a16="http://schemas.microsoft.com/office/drawing/2014/main" id="{0A1E5160-1DCD-1946-9BAC-DE79C0A2CC04}"/>
                </a:ext>
              </a:extLst>
            </p:cNvPr>
            <p:cNvSpPr/>
            <p:nvPr/>
          </p:nvSpPr>
          <p:spPr>
            <a:xfrm>
              <a:off x="1761416" y="528970"/>
              <a:ext cx="77252" cy="9199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5" name="Freihandform: Form 186">
              <a:extLst>
                <a:ext uri="{FF2B5EF4-FFF2-40B4-BE49-F238E27FC236}">
                  <a16:creationId xmlns:a16="http://schemas.microsoft.com/office/drawing/2014/main" id="{9AACF3E9-5816-9941-9AC7-BCF02F362B25}"/>
                </a:ext>
              </a:extLst>
            </p:cNvPr>
            <p:cNvSpPr/>
            <p:nvPr/>
          </p:nvSpPr>
          <p:spPr>
            <a:xfrm>
              <a:off x="1865594" y="487299"/>
              <a:ext cx="20835" cy="131103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6" name="Freihandform: Form 187">
              <a:extLst>
                <a:ext uri="{FF2B5EF4-FFF2-40B4-BE49-F238E27FC236}">
                  <a16:creationId xmlns:a16="http://schemas.microsoft.com/office/drawing/2014/main" id="{236D80D2-6532-3E49-B75E-F0931AB26C5B}"/>
                </a:ext>
              </a:extLst>
            </p:cNvPr>
            <p:cNvSpPr/>
            <p:nvPr/>
          </p:nvSpPr>
          <p:spPr>
            <a:xfrm>
              <a:off x="1905021" y="500120"/>
              <a:ext cx="55775" cy="120526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8 w 165734"/>
                <a:gd name="connsiteY3" fmla="*/ 282892 h 358140"/>
                <a:gd name="connsiteX4" fmla="*/ 40958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7" name="Freihandform: Form 188">
              <a:extLst>
                <a:ext uri="{FF2B5EF4-FFF2-40B4-BE49-F238E27FC236}">
                  <a16:creationId xmlns:a16="http://schemas.microsoft.com/office/drawing/2014/main" id="{98CC6E11-7C23-5E47-9747-77C64396B031}"/>
                </a:ext>
              </a:extLst>
            </p:cNvPr>
            <p:cNvSpPr/>
            <p:nvPr/>
          </p:nvSpPr>
          <p:spPr>
            <a:xfrm>
              <a:off x="1977144" y="490504"/>
              <a:ext cx="75970" cy="130142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8" name="Freihandform: Form 189">
              <a:extLst>
                <a:ext uri="{FF2B5EF4-FFF2-40B4-BE49-F238E27FC236}">
                  <a16:creationId xmlns:a16="http://schemas.microsoft.com/office/drawing/2014/main" id="{A779C13C-B4D8-DA47-A623-3B18FB085208}"/>
                </a:ext>
              </a:extLst>
            </p:cNvPr>
            <p:cNvSpPr/>
            <p:nvPr/>
          </p:nvSpPr>
          <p:spPr>
            <a:xfrm>
              <a:off x="2069462" y="500120"/>
              <a:ext cx="55775" cy="120526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2870 w 165734"/>
                <a:gd name="connsiteY13" fmla="*/ 138113 h 358140"/>
                <a:gd name="connsiteX14" fmla="*/ 102870 w 165734"/>
                <a:gd name="connsiteY14" fmla="*/ 269558 h 358140"/>
                <a:gd name="connsiteX15" fmla="*/ 131445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91" name="Freihandform: Form 87">
            <a:extLst>
              <a:ext uri="{FF2B5EF4-FFF2-40B4-BE49-F238E27FC236}">
                <a16:creationId xmlns:a16="http://schemas.microsoft.com/office/drawing/2014/main" id="{D232E46B-5807-F64B-A28D-ED91730CD813}"/>
              </a:ext>
            </a:extLst>
          </p:cNvPr>
          <p:cNvSpPr/>
          <p:nvPr userDrawn="1"/>
        </p:nvSpPr>
        <p:spPr>
          <a:xfrm>
            <a:off x="9074802" y="300704"/>
            <a:ext cx="1403903" cy="535987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1E42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3606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C6F2-BFE9-4DA1-8335-8212BBEBDEDB}" type="datetime4">
              <a:rPr lang="de-DE" smtClean="0"/>
              <a:t>8. November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F8056C4-F1A1-4860-B863-70A38CCE20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1032" y="2354712"/>
            <a:ext cx="4524178" cy="281103"/>
          </a:xfrm>
        </p:spPr>
        <p:txBody>
          <a:bodyPr wrap="square">
            <a:noAutofit/>
          </a:bodyPr>
          <a:lstStyle>
            <a:lvl1pPr>
              <a:defRPr sz="1616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4B92765-C038-4DB7-B6CF-33827BB874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5272" y="2354712"/>
            <a:ext cx="287789" cy="281103"/>
          </a:xfrm>
        </p:spPr>
        <p:txBody>
          <a:bodyPr wrap="none" rIns="0">
            <a:noAutofit/>
          </a:bodyPr>
          <a:lstStyle>
            <a:lvl1pPr>
              <a:defRPr sz="1616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B48DD939-0764-4598-B8A8-5EF7FD589A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1032" y="4525377"/>
            <a:ext cx="4524178" cy="281103"/>
          </a:xfrm>
        </p:spPr>
        <p:txBody>
          <a:bodyPr wrap="square">
            <a:noAutofit/>
          </a:bodyPr>
          <a:lstStyle>
            <a:lvl1pPr>
              <a:defRPr sz="1616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0169AC75-2D8F-414A-A2F5-470DEC8B5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272" y="4525377"/>
            <a:ext cx="287789" cy="281103"/>
          </a:xfrm>
        </p:spPr>
        <p:txBody>
          <a:bodyPr wrap="none" rIns="0">
            <a:noAutofit/>
          </a:bodyPr>
          <a:lstStyle>
            <a:lvl1pPr>
              <a:defRPr sz="1616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78F9E3F2-C660-4ABB-83AF-3F5B3E2F77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1032" y="3078267"/>
            <a:ext cx="4524178" cy="281103"/>
          </a:xfrm>
        </p:spPr>
        <p:txBody>
          <a:bodyPr wrap="square">
            <a:noAutofit/>
          </a:bodyPr>
          <a:lstStyle>
            <a:lvl1pPr>
              <a:defRPr sz="1616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CAB2683D-D5E7-45B9-9133-F4CFD483FA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5272" y="3078267"/>
            <a:ext cx="287789" cy="281103"/>
          </a:xfrm>
        </p:spPr>
        <p:txBody>
          <a:bodyPr wrap="none" rIns="0">
            <a:noAutofit/>
          </a:bodyPr>
          <a:lstStyle>
            <a:lvl1pPr>
              <a:defRPr sz="1616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952E3AD3-9675-4713-A437-FEFA1B5400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1032" y="3801822"/>
            <a:ext cx="4524178" cy="281103"/>
          </a:xfrm>
        </p:spPr>
        <p:txBody>
          <a:bodyPr wrap="square">
            <a:noAutofit/>
          </a:bodyPr>
          <a:lstStyle>
            <a:lvl1pPr>
              <a:defRPr sz="1616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852432A-5FDF-42C2-BC07-F1752012B8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5272" y="3801822"/>
            <a:ext cx="287789" cy="281103"/>
          </a:xfrm>
        </p:spPr>
        <p:txBody>
          <a:bodyPr wrap="none" rIns="0">
            <a:noAutofit/>
          </a:bodyPr>
          <a:lstStyle>
            <a:lvl1pPr>
              <a:defRPr sz="1616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B2468A8B-4816-458C-AEB6-53AB9CF88AF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1032" y="5248931"/>
            <a:ext cx="4524178" cy="281103"/>
          </a:xfrm>
        </p:spPr>
        <p:txBody>
          <a:bodyPr wrap="square">
            <a:noAutofit/>
          </a:bodyPr>
          <a:lstStyle>
            <a:lvl1pPr>
              <a:defRPr sz="1616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F92C0AC2-BCD1-47F5-99DB-35823E79AB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65272" y="5248931"/>
            <a:ext cx="287789" cy="281103"/>
          </a:xfrm>
        </p:spPr>
        <p:txBody>
          <a:bodyPr wrap="none" rIns="0">
            <a:noAutofit/>
          </a:bodyPr>
          <a:lstStyle>
            <a:lvl1pPr>
              <a:defRPr sz="1616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6E5C8951-ED83-4B8D-A041-11DC6291DD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57018" y="1632185"/>
            <a:ext cx="4524073" cy="281103"/>
          </a:xfrm>
        </p:spPr>
        <p:txBody>
          <a:bodyPr wrap="square">
            <a:noAutofit/>
          </a:bodyPr>
          <a:lstStyle>
            <a:lvl1pPr>
              <a:defRPr sz="1616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7D6B79FA-8C76-4CA9-AF55-F7541503EC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571153" y="1632185"/>
            <a:ext cx="287789" cy="281103"/>
          </a:xfrm>
        </p:spPr>
        <p:txBody>
          <a:bodyPr wrap="none" rIns="0">
            <a:noAutofit/>
          </a:bodyPr>
          <a:lstStyle>
            <a:lvl1pPr>
              <a:defRPr sz="1616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07 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89249A36-CB58-4007-8E81-30FA75194B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57018" y="2355534"/>
            <a:ext cx="4524073" cy="281103"/>
          </a:xfrm>
        </p:spPr>
        <p:txBody>
          <a:bodyPr wrap="square">
            <a:noAutofit/>
          </a:bodyPr>
          <a:lstStyle>
            <a:lvl1pPr>
              <a:defRPr sz="1616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953A9A61-99D0-44B5-89EB-1D1035F914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71153" y="2355534"/>
            <a:ext cx="287789" cy="281103"/>
          </a:xfrm>
        </p:spPr>
        <p:txBody>
          <a:bodyPr wrap="none" rIns="0">
            <a:noAutofit/>
          </a:bodyPr>
          <a:lstStyle>
            <a:lvl1pPr>
              <a:defRPr sz="1616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08 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E80B7F99-D2A6-486E-BB92-8192AB563E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957018" y="4525581"/>
            <a:ext cx="4524073" cy="281103"/>
          </a:xfrm>
        </p:spPr>
        <p:txBody>
          <a:bodyPr wrap="square">
            <a:noAutofit/>
          </a:bodyPr>
          <a:lstStyle>
            <a:lvl1pPr>
              <a:defRPr sz="1616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C08D70F6-D151-42E1-8F5E-DD5ADD0927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571153" y="4525581"/>
            <a:ext cx="276335" cy="281103"/>
          </a:xfrm>
        </p:spPr>
        <p:txBody>
          <a:bodyPr wrap="none" rIns="0">
            <a:noAutofit/>
          </a:bodyPr>
          <a:lstStyle>
            <a:lvl1pPr>
              <a:defRPr sz="1616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11 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34991AD2-EBFD-4358-9611-2BE7F693C7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957018" y="3078883"/>
            <a:ext cx="4524073" cy="281103"/>
          </a:xfrm>
        </p:spPr>
        <p:txBody>
          <a:bodyPr wrap="square">
            <a:noAutofit/>
          </a:bodyPr>
          <a:lstStyle>
            <a:lvl1pPr>
              <a:defRPr sz="1616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E6132B6E-46AD-4F19-ACEF-FC5E2EBEEE7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1153" y="3078883"/>
            <a:ext cx="287789" cy="281103"/>
          </a:xfrm>
        </p:spPr>
        <p:txBody>
          <a:bodyPr wrap="none" rIns="0">
            <a:noAutofit/>
          </a:bodyPr>
          <a:lstStyle>
            <a:lvl1pPr>
              <a:defRPr sz="1616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09 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5B29B58B-9C14-4145-95A8-C62AC51F1A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957018" y="3802232"/>
            <a:ext cx="4524073" cy="281103"/>
          </a:xfrm>
        </p:spPr>
        <p:txBody>
          <a:bodyPr wrap="square">
            <a:noAutofit/>
          </a:bodyPr>
          <a:lstStyle>
            <a:lvl1pPr>
              <a:defRPr sz="1616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6DB4F9-1F61-4B1E-8694-CF32F6ABEB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571153" y="3802232"/>
            <a:ext cx="287789" cy="281103"/>
          </a:xfrm>
        </p:spPr>
        <p:txBody>
          <a:bodyPr wrap="none" rIns="0">
            <a:noAutofit/>
          </a:bodyPr>
          <a:lstStyle>
            <a:lvl1pPr>
              <a:defRPr sz="1616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10 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139CCA6-FA40-4FAD-991E-8F0D932F40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957018" y="5248931"/>
            <a:ext cx="4524073" cy="281103"/>
          </a:xfrm>
        </p:spPr>
        <p:txBody>
          <a:bodyPr wrap="square">
            <a:noAutofit/>
          </a:bodyPr>
          <a:lstStyle>
            <a:lvl1pPr>
              <a:defRPr sz="1616"/>
            </a:lvl1pPr>
          </a:lstStyle>
          <a:p>
            <a:pPr lvl="0"/>
            <a:r>
              <a:rPr lang="de-DE"/>
              <a:t>Agendapunkt / Kapitelthema</a:t>
            </a:r>
            <a:endParaRPr lang="de-DE" dirty="0"/>
          </a:p>
        </p:txBody>
      </p:sp>
      <p:sp>
        <p:nvSpPr>
          <p:cNvPr id="37" name="Textplatzhalter 6">
            <a:extLst>
              <a:ext uri="{FF2B5EF4-FFF2-40B4-BE49-F238E27FC236}">
                <a16:creationId xmlns:a16="http://schemas.microsoft.com/office/drawing/2014/main" id="{4ABC58A4-2FF6-4DD6-B7CE-07D57A9854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1153" y="5248931"/>
            <a:ext cx="287789" cy="281103"/>
          </a:xfrm>
        </p:spPr>
        <p:txBody>
          <a:bodyPr wrap="none" rIns="0">
            <a:noAutofit/>
          </a:bodyPr>
          <a:lstStyle>
            <a:lvl1pPr>
              <a:defRPr sz="1616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12 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83D1D4D-3108-48AF-9002-E2787CA1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272" y="301186"/>
            <a:ext cx="6143905" cy="298351"/>
          </a:xfrm>
        </p:spPr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37A4DE60-6537-42AA-B80E-663634EF66B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65271" y="687598"/>
            <a:ext cx="6143905" cy="224229"/>
          </a:xfrm>
        </p:spPr>
        <p:txBody>
          <a:bodyPr wrap="square">
            <a:spAutoFit/>
          </a:bodyPr>
          <a:lstStyle>
            <a:lvl1pPr>
              <a:defRPr sz="1436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9" name="Textplatzhalter 6">
            <a:extLst>
              <a:ext uri="{FF2B5EF4-FFF2-40B4-BE49-F238E27FC236}">
                <a16:creationId xmlns:a16="http://schemas.microsoft.com/office/drawing/2014/main" id="{D6F3326C-A71E-4096-84A9-CBF2623C8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1032" y="1631156"/>
            <a:ext cx="4524178" cy="281103"/>
          </a:xfrm>
        </p:spPr>
        <p:txBody>
          <a:bodyPr wrap="square">
            <a:noAutofit/>
          </a:bodyPr>
          <a:lstStyle>
            <a:lvl1pPr>
              <a:defRPr sz="1616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40" name="Textplatzhalter 6">
            <a:extLst>
              <a:ext uri="{FF2B5EF4-FFF2-40B4-BE49-F238E27FC236}">
                <a16:creationId xmlns:a16="http://schemas.microsoft.com/office/drawing/2014/main" id="{E6C7796D-6ED1-4B91-AD58-8FB5EA6F6F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5272" y="1631156"/>
            <a:ext cx="287789" cy="281103"/>
          </a:xfrm>
        </p:spPr>
        <p:txBody>
          <a:bodyPr wrap="none" rIns="0">
            <a:noAutofit/>
          </a:bodyPr>
          <a:lstStyle>
            <a:lvl1pPr>
              <a:defRPr sz="1616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7573845" y="301186"/>
            <a:ext cx="969469" cy="386413"/>
          </a:xfrm>
        </p:spPr>
        <p:txBody>
          <a:bodyPr rIns="0" anchor="ctr" anchorCtr="0">
            <a:normAutofit/>
          </a:bodyPr>
          <a:lstStyle>
            <a:lvl1pPr algn="ctr">
              <a:defRPr sz="718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1651016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|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80691-36C4-442B-801E-F5F906A331D4}" type="datetime4">
              <a:rPr lang="de-DE" smtClean="0"/>
              <a:t>8. November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9" name="Bildplatzhalter 8">
            <a:extLst>
              <a:ext uri="{FF2B5EF4-FFF2-40B4-BE49-F238E27FC236}">
                <a16:creationId xmlns:a16="http://schemas.microsoft.com/office/drawing/2014/main" id="{C307E1A8-BB91-4A01-9481-49FD8B5663F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571150" y="1631156"/>
            <a:ext cx="4909939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40" name="Textplatzhalter 10">
            <a:extLst>
              <a:ext uri="{FF2B5EF4-FFF2-40B4-BE49-F238E27FC236}">
                <a16:creationId xmlns:a16="http://schemas.microsoft.com/office/drawing/2014/main" id="{7ADEC47A-086D-40D0-ACA4-691359338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571150" y="5690271"/>
            <a:ext cx="4909939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257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Textplatzhalter 6">
            <a:extLst>
              <a:ext uri="{FF2B5EF4-FFF2-40B4-BE49-F238E27FC236}">
                <a16:creationId xmlns:a16="http://schemas.microsoft.com/office/drawing/2014/main" id="{814385D7-3CBE-40E3-B67F-C8C515F3C0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1032" y="2354712"/>
            <a:ext cx="4524178" cy="281103"/>
          </a:xfrm>
        </p:spPr>
        <p:txBody>
          <a:bodyPr wrap="square">
            <a:noAutofit/>
          </a:bodyPr>
          <a:lstStyle>
            <a:lvl1pPr>
              <a:defRPr sz="1616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BF0108A6-83E5-4EB1-9FFE-599D1B8CC3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5272" y="2354712"/>
            <a:ext cx="287789" cy="281103"/>
          </a:xfrm>
        </p:spPr>
        <p:txBody>
          <a:bodyPr wrap="none" rIns="0">
            <a:noAutofit/>
          </a:bodyPr>
          <a:lstStyle>
            <a:lvl1pPr>
              <a:defRPr sz="1616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02 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267C2477-3228-475F-AFD7-A441A08AAE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1032" y="4525377"/>
            <a:ext cx="4524178" cy="281103"/>
          </a:xfrm>
        </p:spPr>
        <p:txBody>
          <a:bodyPr wrap="square">
            <a:noAutofit/>
          </a:bodyPr>
          <a:lstStyle>
            <a:lvl1pPr>
              <a:defRPr sz="1616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372EDABB-0CB3-495E-B38E-EBB187C3F0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272" y="4525377"/>
            <a:ext cx="287789" cy="281103"/>
          </a:xfrm>
        </p:spPr>
        <p:txBody>
          <a:bodyPr wrap="none" rIns="0">
            <a:noAutofit/>
          </a:bodyPr>
          <a:lstStyle>
            <a:lvl1pPr>
              <a:defRPr sz="1616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05 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F8DE391A-D3CD-46A0-9DA6-BE18B632C9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1032" y="3078267"/>
            <a:ext cx="4524178" cy="281103"/>
          </a:xfrm>
        </p:spPr>
        <p:txBody>
          <a:bodyPr wrap="square">
            <a:noAutofit/>
          </a:bodyPr>
          <a:lstStyle>
            <a:lvl1pPr>
              <a:defRPr sz="1616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6D22FFA5-3E37-4F35-A696-49186B6B11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5272" y="3078267"/>
            <a:ext cx="287789" cy="281103"/>
          </a:xfrm>
        </p:spPr>
        <p:txBody>
          <a:bodyPr wrap="none" rIns="0">
            <a:noAutofit/>
          </a:bodyPr>
          <a:lstStyle>
            <a:lvl1pPr>
              <a:defRPr sz="1616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03 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BFD50D54-7BD1-4F76-8C9C-C2D77E5924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1032" y="3801822"/>
            <a:ext cx="4524178" cy="281103"/>
          </a:xfrm>
        </p:spPr>
        <p:txBody>
          <a:bodyPr wrap="square">
            <a:noAutofit/>
          </a:bodyPr>
          <a:lstStyle>
            <a:lvl1pPr>
              <a:defRPr sz="1616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1CB17604-E112-4197-B54C-292891529D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5272" y="3801822"/>
            <a:ext cx="287789" cy="281103"/>
          </a:xfrm>
        </p:spPr>
        <p:txBody>
          <a:bodyPr wrap="none" rIns="0">
            <a:noAutofit/>
          </a:bodyPr>
          <a:lstStyle>
            <a:lvl1pPr>
              <a:defRPr sz="1616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04 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D30B4D90-1B5E-403E-AD31-C320040320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1032" y="5248931"/>
            <a:ext cx="4524178" cy="281103"/>
          </a:xfrm>
        </p:spPr>
        <p:txBody>
          <a:bodyPr wrap="square">
            <a:noAutofit/>
          </a:bodyPr>
          <a:lstStyle>
            <a:lvl1pPr>
              <a:defRPr sz="1616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72B1944A-640B-4200-A785-CFA163F718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65272" y="5248931"/>
            <a:ext cx="287789" cy="281103"/>
          </a:xfrm>
        </p:spPr>
        <p:txBody>
          <a:bodyPr wrap="none" rIns="0">
            <a:noAutofit/>
          </a:bodyPr>
          <a:lstStyle>
            <a:lvl1pPr>
              <a:defRPr sz="1616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06 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CB7BBA-6A53-45DD-882E-1DF6A99780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1032" y="1631156"/>
            <a:ext cx="4524178" cy="281103"/>
          </a:xfrm>
        </p:spPr>
        <p:txBody>
          <a:bodyPr wrap="square">
            <a:noAutofit/>
          </a:bodyPr>
          <a:lstStyle>
            <a:lvl1pPr>
              <a:defRPr sz="1616"/>
            </a:lvl1pPr>
          </a:lstStyle>
          <a:p>
            <a:pPr lvl="0"/>
            <a:r>
              <a:rPr lang="de-DE" dirty="0"/>
              <a:t>Agendapunkt / Kapitelthema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E56B6C1-047C-44D7-B1DD-8B723581E0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5272" y="1631156"/>
            <a:ext cx="287789" cy="281103"/>
          </a:xfrm>
        </p:spPr>
        <p:txBody>
          <a:bodyPr wrap="none" rIns="0">
            <a:noAutofit/>
          </a:bodyPr>
          <a:lstStyle>
            <a:lvl1pPr>
              <a:defRPr sz="1616" b="1">
                <a:solidFill>
                  <a:srgbClr val="8C9FB1"/>
                </a:solidFill>
              </a:defRPr>
            </a:lvl1pPr>
          </a:lstStyle>
          <a:p>
            <a:pPr lvl="0"/>
            <a:r>
              <a:rPr lang="de-DE" dirty="0"/>
              <a:t>01 </a:t>
            </a:r>
          </a:p>
        </p:txBody>
      </p:sp>
      <p:sp>
        <p:nvSpPr>
          <p:cNvPr id="21" name="Bildplatzhalter 6">
            <a:extLst>
              <a:ext uri="{FF2B5EF4-FFF2-40B4-BE49-F238E27FC236}">
                <a16:creationId xmlns:a16="http://schemas.microsoft.com/office/drawing/2014/main" id="{8F4DFED6-EBAA-4D0C-A5C6-CD2902883FB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7573845" y="301186"/>
            <a:ext cx="969469" cy="386413"/>
          </a:xfrm>
        </p:spPr>
        <p:txBody>
          <a:bodyPr rIns="0" anchor="ctr" anchorCtr="0">
            <a:normAutofit/>
          </a:bodyPr>
          <a:lstStyle>
            <a:lvl1pPr algn="ctr">
              <a:defRPr sz="718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5D3C98-AF8F-400F-858D-1D6CD4B9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E94ED47E-AE0F-46CF-A861-AA42DCC1736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65271" y="687598"/>
            <a:ext cx="6143905" cy="224229"/>
          </a:xfrm>
        </p:spPr>
        <p:txBody>
          <a:bodyPr wrap="square">
            <a:spAutoFit/>
          </a:bodyPr>
          <a:lstStyle>
            <a:lvl1pPr>
              <a:defRPr sz="1436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51590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272" y="2931684"/>
            <a:ext cx="10015818" cy="994631"/>
          </a:xfrm>
        </p:spPr>
        <p:txBody>
          <a:bodyPr anchor="ctr" anchorCtr="0"/>
          <a:lstStyle>
            <a:lvl1pPr>
              <a:defRPr sz="3591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Kapiteltrenner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DBE663-8CF8-4EA4-AF83-5C771F9A06FE}" type="datetime4">
              <a:rPr lang="de-DE" smtClean="0"/>
              <a:t>8. November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464268" y="6538526"/>
            <a:ext cx="10479957" cy="108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16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7987594-F169-42FB-8839-77BF8D405E37}"/>
              </a:ext>
            </a:extLst>
          </p:cNvPr>
          <p:cNvSpPr/>
          <p:nvPr userDrawn="1"/>
        </p:nvSpPr>
        <p:spPr>
          <a:xfrm>
            <a:off x="465345" y="1196733"/>
            <a:ext cx="10481090" cy="720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16"/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9A6E8BA9-5951-4163-8A80-4621C65DA816}"/>
              </a:ext>
            </a:extLst>
          </p:cNvPr>
          <p:cNvGrpSpPr/>
          <p:nvPr userDrawn="1"/>
        </p:nvGrpSpPr>
        <p:grpSpPr>
          <a:xfrm>
            <a:off x="-350557" y="160153"/>
            <a:ext cx="299256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59DAB7DF-1308-4B09-91FE-7DF38D6584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87654828-5D94-4A05-BD5F-25792A149E05}"/>
                </a:ext>
              </a:extLst>
            </p:cNvPr>
            <p:cNvSpPr txBox="1"/>
            <p:nvPr userDrawn="1"/>
          </p:nvSpPr>
          <p:spPr>
            <a:xfrm>
              <a:off x="-95237" y="2711163"/>
              <a:ext cx="257151" cy="11214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9D3F2F75-1623-4F64-97FE-EA0C4D9FABDC}"/>
              </a:ext>
            </a:extLst>
          </p:cNvPr>
          <p:cNvGrpSpPr/>
          <p:nvPr userDrawn="1"/>
        </p:nvGrpSpPr>
        <p:grpSpPr>
          <a:xfrm>
            <a:off x="-350557" y="1131703"/>
            <a:ext cx="299256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042E0F0-49A6-465F-A607-A4C2EFB548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9D612980-2A2D-4E94-8238-9C67C608554C}"/>
                </a:ext>
              </a:extLst>
            </p:cNvPr>
            <p:cNvSpPr txBox="1"/>
            <p:nvPr userDrawn="1"/>
          </p:nvSpPr>
          <p:spPr>
            <a:xfrm>
              <a:off x="-95236" y="2711163"/>
              <a:ext cx="257151" cy="11214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2CE76F8C-9B22-4BB3-B2D6-15EC2A58C7A7}"/>
              </a:ext>
            </a:extLst>
          </p:cNvPr>
          <p:cNvGrpSpPr/>
          <p:nvPr userDrawn="1"/>
        </p:nvGrpSpPr>
        <p:grpSpPr>
          <a:xfrm>
            <a:off x="-350557" y="1491963"/>
            <a:ext cx="299256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843E82-BEFA-4CF2-BA2F-3C80060D31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4762BE88-2459-479F-84FF-4DF483AA142C}"/>
                </a:ext>
              </a:extLst>
            </p:cNvPr>
            <p:cNvSpPr txBox="1"/>
            <p:nvPr userDrawn="1"/>
          </p:nvSpPr>
          <p:spPr>
            <a:xfrm>
              <a:off x="-95236" y="2711163"/>
              <a:ext cx="257151" cy="11214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104E26F8-EA1A-4C6F-92E1-8F6F98ABFA13}"/>
              </a:ext>
            </a:extLst>
          </p:cNvPr>
          <p:cNvGrpSpPr/>
          <p:nvPr userDrawn="1"/>
        </p:nvGrpSpPr>
        <p:grpSpPr>
          <a:xfrm>
            <a:off x="-350557" y="3292188"/>
            <a:ext cx="299256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1A8A854C-301D-4327-AEA2-BCC20A8872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5A547124-456E-49C6-8FC8-111D0AAFEB7F}"/>
                </a:ext>
              </a:extLst>
            </p:cNvPr>
            <p:cNvSpPr txBox="1"/>
            <p:nvPr userDrawn="1"/>
          </p:nvSpPr>
          <p:spPr>
            <a:xfrm>
              <a:off x="-95236" y="2711163"/>
              <a:ext cx="257151" cy="11214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73B26B5D-1FEC-45B5-B34A-6A1B50955F0E}"/>
              </a:ext>
            </a:extLst>
          </p:cNvPr>
          <p:cNvGrpSpPr/>
          <p:nvPr userDrawn="1"/>
        </p:nvGrpSpPr>
        <p:grpSpPr>
          <a:xfrm>
            <a:off x="-350557" y="6063963"/>
            <a:ext cx="299256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3423A679-4F5C-456E-AB6C-7A18EA3E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69754FAD-5E71-4087-B3E8-0FEC37E0D864}"/>
                </a:ext>
              </a:extLst>
            </p:cNvPr>
            <p:cNvSpPr txBox="1"/>
            <p:nvPr userDrawn="1"/>
          </p:nvSpPr>
          <p:spPr>
            <a:xfrm>
              <a:off x="-95235" y="2711163"/>
              <a:ext cx="257151" cy="11214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7C156EC4-BDB3-4DEA-9B78-E98FCFD2F54B}"/>
              </a:ext>
            </a:extLst>
          </p:cNvPr>
          <p:cNvGrpSpPr/>
          <p:nvPr userDrawn="1"/>
        </p:nvGrpSpPr>
        <p:grpSpPr>
          <a:xfrm>
            <a:off x="-350557" y="6495763"/>
            <a:ext cx="299256" cy="136812"/>
            <a:chOff x="-133350" y="2711163"/>
            <a:chExt cx="333375" cy="136812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9E9C384D-D46B-429F-9A97-86F6E3560F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64B7918E-86D1-49EB-8917-1468D42A6E25}"/>
                </a:ext>
              </a:extLst>
            </p:cNvPr>
            <p:cNvSpPr txBox="1"/>
            <p:nvPr userDrawn="1"/>
          </p:nvSpPr>
          <p:spPr>
            <a:xfrm>
              <a:off x="-95235" y="2711163"/>
              <a:ext cx="257151" cy="11214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750A6733-FD78-4442-98B4-E2BED64B460F}"/>
              </a:ext>
            </a:extLst>
          </p:cNvPr>
          <p:cNvGrpSpPr/>
          <p:nvPr userDrawn="1"/>
        </p:nvGrpSpPr>
        <p:grpSpPr>
          <a:xfrm rot="16200000">
            <a:off x="235760" y="-292142"/>
            <a:ext cx="333375" cy="122819"/>
            <a:chOff x="-133350" y="2711153"/>
            <a:chExt cx="333375" cy="136822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77BB574D-D198-49E4-874D-732C0CBD5B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67A72ACB-A6A0-450F-A8F3-9CA35EFC5560}"/>
                </a:ext>
              </a:extLst>
            </p:cNvPr>
            <p:cNvSpPr txBox="1"/>
            <p:nvPr userDrawn="1"/>
          </p:nvSpPr>
          <p:spPr>
            <a:xfrm>
              <a:off x="-82079" y="2711153"/>
              <a:ext cx="230832" cy="12493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4970FA2-8D2D-462F-BD21-BDE052DC5824}"/>
              </a:ext>
            </a:extLst>
          </p:cNvPr>
          <p:cNvGrpSpPr/>
          <p:nvPr userDrawn="1"/>
        </p:nvGrpSpPr>
        <p:grpSpPr>
          <a:xfrm rot="16200000">
            <a:off x="5147124" y="-292143"/>
            <a:ext cx="333375" cy="122816"/>
            <a:chOff x="-133350" y="2711157"/>
            <a:chExt cx="333375" cy="136818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7C30986-FB99-416E-BC3E-3BAEC067C1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4CE018F4-A860-49B3-B4CD-A328759F15C6}"/>
                </a:ext>
              </a:extLst>
            </p:cNvPr>
            <p:cNvSpPr txBox="1"/>
            <p:nvPr userDrawn="1"/>
          </p:nvSpPr>
          <p:spPr>
            <a:xfrm>
              <a:off x="-82077" y="2711157"/>
              <a:ext cx="230832" cy="1249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7C2BACBD-0A67-4A9A-B5DC-10C76F5DE4C2}"/>
              </a:ext>
            </a:extLst>
          </p:cNvPr>
          <p:cNvGrpSpPr/>
          <p:nvPr userDrawn="1"/>
        </p:nvGrpSpPr>
        <p:grpSpPr>
          <a:xfrm>
            <a:off x="5568996" y="-397424"/>
            <a:ext cx="112147" cy="333375"/>
            <a:chOff x="6416665" y="-397424"/>
            <a:chExt cx="124933" cy="333375"/>
          </a:xfrm>
        </p:grpSpPr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65F81584-9968-42FA-B3A9-1C13CEAE92A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feld 85">
              <a:extLst>
                <a:ext uri="{FF2B5EF4-FFF2-40B4-BE49-F238E27FC236}">
                  <a16:creationId xmlns:a16="http://schemas.microsoft.com/office/drawing/2014/main" id="{B6D353C6-61DE-4475-8AC6-6D8AF12D49FB}"/>
                </a:ext>
              </a:extLst>
            </p:cNvPr>
            <p:cNvSpPr txBox="1"/>
            <p:nvPr userDrawn="1"/>
          </p:nvSpPr>
          <p:spPr>
            <a:xfrm rot="16200000">
              <a:off x="6363716" y="-293204"/>
              <a:ext cx="230832" cy="1249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935008F2-D1D5-498F-9932-727B677C0AD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305426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9E72FA59-B055-4F1F-8F32-E797C18F96F9}"/>
              </a:ext>
            </a:extLst>
          </p:cNvPr>
          <p:cNvGrpSpPr/>
          <p:nvPr userDrawn="1"/>
        </p:nvGrpSpPr>
        <p:grpSpPr>
          <a:xfrm rot="16200000">
            <a:off x="10258704" y="-292146"/>
            <a:ext cx="333375" cy="122812"/>
            <a:chOff x="-133350" y="2711161"/>
            <a:chExt cx="333375" cy="136814"/>
          </a:xfrm>
        </p:grpSpPr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B89FA96C-C88D-4C6A-BE88-F3E3083BC5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CD67028C-ACEA-4E1C-BF3F-B09177D4335E}"/>
                </a:ext>
              </a:extLst>
            </p:cNvPr>
            <p:cNvSpPr txBox="1"/>
            <p:nvPr userDrawn="1"/>
          </p:nvSpPr>
          <p:spPr>
            <a:xfrm>
              <a:off x="-82073" y="2711161"/>
              <a:ext cx="230832" cy="1249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2" name="Gruppieren 91">
            <a:extLst>
              <a:ext uri="{FF2B5EF4-FFF2-40B4-BE49-F238E27FC236}">
                <a16:creationId xmlns:a16="http://schemas.microsoft.com/office/drawing/2014/main" id="{289AF16D-6BD2-A34A-B9AE-17BAFBA93779}"/>
              </a:ext>
            </a:extLst>
          </p:cNvPr>
          <p:cNvGrpSpPr/>
          <p:nvPr userDrawn="1"/>
        </p:nvGrpSpPr>
        <p:grpSpPr>
          <a:xfrm>
            <a:off x="470179" y="293096"/>
            <a:ext cx="2388067" cy="301237"/>
            <a:chOff x="510639" y="293688"/>
            <a:chExt cx="2594512" cy="327279"/>
          </a:xfrm>
        </p:grpSpPr>
        <p:sp>
          <p:nvSpPr>
            <p:cNvPr id="93" name="Freihandform: Form 139">
              <a:extLst>
                <a:ext uri="{FF2B5EF4-FFF2-40B4-BE49-F238E27FC236}">
                  <a16:creationId xmlns:a16="http://schemas.microsoft.com/office/drawing/2014/main" id="{BFB60A38-599B-754C-AC89-A0ECE302BF2D}"/>
                </a:ext>
              </a:extLst>
            </p:cNvPr>
            <p:cNvSpPr/>
            <p:nvPr/>
          </p:nvSpPr>
          <p:spPr>
            <a:xfrm>
              <a:off x="519935" y="300420"/>
              <a:ext cx="78213" cy="124372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4" name="Freihandform: Form 140">
              <a:extLst>
                <a:ext uri="{FF2B5EF4-FFF2-40B4-BE49-F238E27FC236}">
                  <a16:creationId xmlns:a16="http://schemas.microsoft.com/office/drawing/2014/main" id="{F086BA9C-CDA0-9541-B8D6-63FFE0EF411D}"/>
                </a:ext>
              </a:extLst>
            </p:cNvPr>
            <p:cNvSpPr/>
            <p:nvPr/>
          </p:nvSpPr>
          <p:spPr>
            <a:xfrm>
              <a:off x="610329" y="332713"/>
              <a:ext cx="53852" cy="91758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5" name="Freihandform: Form 141">
              <a:extLst>
                <a:ext uri="{FF2B5EF4-FFF2-40B4-BE49-F238E27FC236}">
                  <a16:creationId xmlns:a16="http://schemas.microsoft.com/office/drawing/2014/main" id="{C5BA77C2-FA2E-A14D-B277-316FE0FECA0A}"/>
                </a:ext>
              </a:extLst>
            </p:cNvPr>
            <p:cNvSpPr/>
            <p:nvPr/>
          </p:nvSpPr>
          <p:spPr>
            <a:xfrm>
              <a:off x="679247" y="294971"/>
              <a:ext cx="26605" cy="129501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142">
              <a:extLst>
                <a:ext uri="{FF2B5EF4-FFF2-40B4-BE49-F238E27FC236}">
                  <a16:creationId xmlns:a16="http://schemas.microsoft.com/office/drawing/2014/main" id="{1D5E95B1-6396-AB46-8581-BB0EA938B6E0}"/>
                </a:ext>
              </a:extLst>
            </p:cNvPr>
            <p:cNvSpPr/>
            <p:nvPr/>
          </p:nvSpPr>
          <p:spPr>
            <a:xfrm>
              <a:off x="725086" y="332795"/>
              <a:ext cx="81739" cy="93920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143">
              <a:extLst>
                <a:ext uri="{FF2B5EF4-FFF2-40B4-BE49-F238E27FC236}">
                  <a16:creationId xmlns:a16="http://schemas.microsoft.com/office/drawing/2014/main" id="{E00ADEE3-DBD9-6646-9042-2F8C9DF11B29}"/>
                </a:ext>
              </a:extLst>
            </p:cNvPr>
            <p:cNvSpPr/>
            <p:nvPr/>
          </p:nvSpPr>
          <p:spPr>
            <a:xfrm>
              <a:off x="825417" y="293688"/>
              <a:ext cx="83663" cy="133347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144">
              <a:extLst>
                <a:ext uri="{FF2B5EF4-FFF2-40B4-BE49-F238E27FC236}">
                  <a16:creationId xmlns:a16="http://schemas.microsoft.com/office/drawing/2014/main" id="{90D6F132-9BC4-054C-B363-80921D2B3043}"/>
                </a:ext>
              </a:extLst>
            </p:cNvPr>
            <p:cNvSpPr/>
            <p:nvPr/>
          </p:nvSpPr>
          <p:spPr>
            <a:xfrm>
              <a:off x="936967" y="332713"/>
              <a:ext cx="53852" cy="91758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145">
              <a:extLst>
                <a:ext uri="{FF2B5EF4-FFF2-40B4-BE49-F238E27FC236}">
                  <a16:creationId xmlns:a16="http://schemas.microsoft.com/office/drawing/2014/main" id="{6FAF942D-EA55-294D-ABC5-B089A162CA29}"/>
                </a:ext>
              </a:extLst>
            </p:cNvPr>
            <p:cNvSpPr/>
            <p:nvPr/>
          </p:nvSpPr>
          <p:spPr>
            <a:xfrm>
              <a:off x="1005565" y="294971"/>
              <a:ext cx="26605" cy="129501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146">
              <a:extLst>
                <a:ext uri="{FF2B5EF4-FFF2-40B4-BE49-F238E27FC236}">
                  <a16:creationId xmlns:a16="http://schemas.microsoft.com/office/drawing/2014/main" id="{2CCF58ED-13F1-F14F-95A8-E0D52E701B52}"/>
                </a:ext>
              </a:extLst>
            </p:cNvPr>
            <p:cNvSpPr/>
            <p:nvPr/>
          </p:nvSpPr>
          <p:spPr>
            <a:xfrm>
              <a:off x="1052044" y="332474"/>
              <a:ext cx="75649" cy="94240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47">
              <a:extLst>
                <a:ext uri="{FF2B5EF4-FFF2-40B4-BE49-F238E27FC236}">
                  <a16:creationId xmlns:a16="http://schemas.microsoft.com/office/drawing/2014/main" id="{E8A2468C-14AC-864F-A4A5-D3EF13FAE8AC}"/>
                </a:ext>
              </a:extLst>
            </p:cNvPr>
            <p:cNvSpPr/>
            <p:nvPr/>
          </p:nvSpPr>
          <p:spPr>
            <a:xfrm>
              <a:off x="1145644" y="293688"/>
              <a:ext cx="77252" cy="131103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48">
              <a:extLst>
                <a:ext uri="{FF2B5EF4-FFF2-40B4-BE49-F238E27FC236}">
                  <a16:creationId xmlns:a16="http://schemas.microsoft.com/office/drawing/2014/main" id="{7995A643-B7C3-4941-8281-936D8166273F}"/>
                </a:ext>
              </a:extLst>
            </p:cNvPr>
            <p:cNvSpPr/>
            <p:nvPr/>
          </p:nvSpPr>
          <p:spPr>
            <a:xfrm>
              <a:off x="1246937" y="359721"/>
              <a:ext cx="43915" cy="19874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49">
              <a:extLst>
                <a:ext uri="{FF2B5EF4-FFF2-40B4-BE49-F238E27FC236}">
                  <a16:creationId xmlns:a16="http://schemas.microsoft.com/office/drawing/2014/main" id="{4426B5B0-45FE-444C-8A89-A4C217592D03}"/>
                </a:ext>
              </a:extLst>
            </p:cNvPr>
            <p:cNvSpPr/>
            <p:nvPr/>
          </p:nvSpPr>
          <p:spPr>
            <a:xfrm>
              <a:off x="1302071" y="300420"/>
              <a:ext cx="115397" cy="124051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50">
              <a:extLst>
                <a:ext uri="{FF2B5EF4-FFF2-40B4-BE49-F238E27FC236}">
                  <a16:creationId xmlns:a16="http://schemas.microsoft.com/office/drawing/2014/main" id="{79B22352-7928-0D49-AF82-BD0061A323C0}"/>
                </a:ext>
              </a:extLst>
            </p:cNvPr>
            <p:cNvSpPr/>
            <p:nvPr/>
          </p:nvSpPr>
          <p:spPr>
            <a:xfrm>
              <a:off x="1436060" y="293688"/>
              <a:ext cx="20835" cy="130783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51">
              <a:extLst>
                <a:ext uri="{FF2B5EF4-FFF2-40B4-BE49-F238E27FC236}">
                  <a16:creationId xmlns:a16="http://schemas.microsoft.com/office/drawing/2014/main" id="{88A00450-CB0B-A046-9B10-322C2678F89E}"/>
                </a:ext>
              </a:extLst>
            </p:cNvPr>
            <p:cNvSpPr/>
            <p:nvPr/>
          </p:nvSpPr>
          <p:spPr>
            <a:xfrm>
              <a:off x="1479334" y="332795"/>
              <a:ext cx="81739" cy="93920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52">
              <a:extLst>
                <a:ext uri="{FF2B5EF4-FFF2-40B4-BE49-F238E27FC236}">
                  <a16:creationId xmlns:a16="http://schemas.microsoft.com/office/drawing/2014/main" id="{CA3E4700-7B07-4642-B3FD-3086FD155B43}"/>
                </a:ext>
              </a:extLst>
            </p:cNvPr>
            <p:cNvSpPr/>
            <p:nvPr/>
          </p:nvSpPr>
          <p:spPr>
            <a:xfrm>
              <a:off x="1572613" y="334718"/>
              <a:ext cx="85906" cy="89753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53">
              <a:extLst>
                <a:ext uri="{FF2B5EF4-FFF2-40B4-BE49-F238E27FC236}">
                  <a16:creationId xmlns:a16="http://schemas.microsoft.com/office/drawing/2014/main" id="{701AABBB-6644-3E40-A05E-0B0ACADC59E8}"/>
                </a:ext>
              </a:extLst>
            </p:cNvPr>
            <p:cNvSpPr/>
            <p:nvPr/>
          </p:nvSpPr>
          <p:spPr>
            <a:xfrm>
              <a:off x="1669733" y="332795"/>
              <a:ext cx="75975" cy="93920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54">
              <a:extLst>
                <a:ext uri="{FF2B5EF4-FFF2-40B4-BE49-F238E27FC236}">
                  <a16:creationId xmlns:a16="http://schemas.microsoft.com/office/drawing/2014/main" id="{37752112-3021-024F-88E7-031299407E5F}"/>
                </a:ext>
              </a:extLst>
            </p:cNvPr>
            <p:cNvSpPr/>
            <p:nvPr/>
          </p:nvSpPr>
          <p:spPr>
            <a:xfrm>
              <a:off x="1772314" y="332795"/>
              <a:ext cx="77252" cy="9199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55">
              <a:extLst>
                <a:ext uri="{FF2B5EF4-FFF2-40B4-BE49-F238E27FC236}">
                  <a16:creationId xmlns:a16="http://schemas.microsoft.com/office/drawing/2014/main" id="{693C20EC-4909-A54E-B7F6-1B151D3DF0F3}"/>
                </a:ext>
              </a:extLst>
            </p:cNvPr>
            <p:cNvSpPr/>
            <p:nvPr/>
          </p:nvSpPr>
          <p:spPr>
            <a:xfrm>
              <a:off x="1871684" y="293688"/>
              <a:ext cx="83663" cy="133347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56">
              <a:extLst>
                <a:ext uri="{FF2B5EF4-FFF2-40B4-BE49-F238E27FC236}">
                  <a16:creationId xmlns:a16="http://schemas.microsoft.com/office/drawing/2014/main" id="{54ABC258-DF8C-ED4C-9A7C-DA7BB1A2FA0F}"/>
                </a:ext>
              </a:extLst>
            </p:cNvPr>
            <p:cNvSpPr/>
            <p:nvPr/>
          </p:nvSpPr>
          <p:spPr>
            <a:xfrm>
              <a:off x="1978106" y="332795"/>
              <a:ext cx="81739" cy="93920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57">
              <a:extLst>
                <a:ext uri="{FF2B5EF4-FFF2-40B4-BE49-F238E27FC236}">
                  <a16:creationId xmlns:a16="http://schemas.microsoft.com/office/drawing/2014/main" id="{B617D94E-2BAA-AB47-8833-A8704B145BB1}"/>
                </a:ext>
              </a:extLst>
            </p:cNvPr>
            <p:cNvSpPr/>
            <p:nvPr/>
          </p:nvSpPr>
          <p:spPr>
            <a:xfrm>
              <a:off x="2083566" y="332713"/>
              <a:ext cx="53852" cy="91758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58">
              <a:extLst>
                <a:ext uri="{FF2B5EF4-FFF2-40B4-BE49-F238E27FC236}">
                  <a16:creationId xmlns:a16="http://schemas.microsoft.com/office/drawing/2014/main" id="{5893738A-7538-6848-ABC3-CA0EF1221608}"/>
                </a:ext>
              </a:extLst>
            </p:cNvPr>
            <p:cNvSpPr/>
            <p:nvPr/>
          </p:nvSpPr>
          <p:spPr>
            <a:xfrm>
              <a:off x="2150561" y="359721"/>
              <a:ext cx="43915" cy="19874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59">
              <a:extLst>
                <a:ext uri="{FF2B5EF4-FFF2-40B4-BE49-F238E27FC236}">
                  <a16:creationId xmlns:a16="http://schemas.microsoft.com/office/drawing/2014/main" id="{01EE0EED-C425-5A45-9490-BA23743B398F}"/>
                </a:ext>
              </a:extLst>
            </p:cNvPr>
            <p:cNvSpPr/>
            <p:nvPr/>
          </p:nvSpPr>
          <p:spPr>
            <a:xfrm>
              <a:off x="2221081" y="300420"/>
              <a:ext cx="97126" cy="126295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60">
              <a:extLst>
                <a:ext uri="{FF2B5EF4-FFF2-40B4-BE49-F238E27FC236}">
                  <a16:creationId xmlns:a16="http://schemas.microsoft.com/office/drawing/2014/main" id="{22B8D615-6E3F-5247-A457-0318BEFDC78D}"/>
                </a:ext>
              </a:extLst>
            </p:cNvPr>
            <p:cNvSpPr/>
            <p:nvPr/>
          </p:nvSpPr>
          <p:spPr>
            <a:xfrm>
              <a:off x="2346415" y="332795"/>
              <a:ext cx="76931" cy="9199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1">
              <a:extLst>
                <a:ext uri="{FF2B5EF4-FFF2-40B4-BE49-F238E27FC236}">
                  <a16:creationId xmlns:a16="http://schemas.microsoft.com/office/drawing/2014/main" id="{BDB88A2E-B60C-284E-A138-FCE4592FEE9A}"/>
                </a:ext>
              </a:extLst>
            </p:cNvPr>
            <p:cNvSpPr/>
            <p:nvPr/>
          </p:nvSpPr>
          <p:spPr>
            <a:xfrm>
              <a:off x="2447067" y="294971"/>
              <a:ext cx="26605" cy="129501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2">
              <a:extLst>
                <a:ext uri="{FF2B5EF4-FFF2-40B4-BE49-F238E27FC236}">
                  <a16:creationId xmlns:a16="http://schemas.microsoft.com/office/drawing/2014/main" id="{F44C1489-168C-BF40-9D45-830D1D00FD73}"/>
                </a:ext>
              </a:extLst>
            </p:cNvPr>
            <p:cNvSpPr/>
            <p:nvPr/>
          </p:nvSpPr>
          <p:spPr>
            <a:xfrm>
              <a:off x="2488418" y="335039"/>
              <a:ext cx="87189" cy="89753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3">
              <a:extLst>
                <a:ext uri="{FF2B5EF4-FFF2-40B4-BE49-F238E27FC236}">
                  <a16:creationId xmlns:a16="http://schemas.microsoft.com/office/drawing/2014/main" id="{4F3C2DB4-0BAE-DF4C-9CFC-AA53B3EE4E95}"/>
                </a:ext>
              </a:extLst>
            </p:cNvPr>
            <p:cNvSpPr/>
            <p:nvPr/>
          </p:nvSpPr>
          <p:spPr>
            <a:xfrm>
              <a:off x="2585223" y="332795"/>
              <a:ext cx="81739" cy="93920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5">
              <a:extLst>
                <a:ext uri="{FF2B5EF4-FFF2-40B4-BE49-F238E27FC236}">
                  <a16:creationId xmlns:a16="http://schemas.microsoft.com/office/drawing/2014/main" id="{95113593-A8CE-BC4B-8659-0AC3D14B269E}"/>
                </a:ext>
              </a:extLst>
            </p:cNvPr>
            <p:cNvSpPr/>
            <p:nvPr/>
          </p:nvSpPr>
          <p:spPr>
            <a:xfrm>
              <a:off x="2690683" y="332713"/>
              <a:ext cx="53852" cy="91758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6">
              <a:extLst>
                <a:ext uri="{FF2B5EF4-FFF2-40B4-BE49-F238E27FC236}">
                  <a16:creationId xmlns:a16="http://schemas.microsoft.com/office/drawing/2014/main" id="{A311157B-16A3-274B-A01E-BFB6C864D769}"/>
                </a:ext>
              </a:extLst>
            </p:cNvPr>
            <p:cNvSpPr/>
            <p:nvPr/>
          </p:nvSpPr>
          <p:spPr>
            <a:xfrm>
              <a:off x="2754472" y="332474"/>
              <a:ext cx="69238" cy="94240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8">
              <a:extLst>
                <a:ext uri="{FF2B5EF4-FFF2-40B4-BE49-F238E27FC236}">
                  <a16:creationId xmlns:a16="http://schemas.microsoft.com/office/drawing/2014/main" id="{E65CDD65-980F-2B40-9264-F47E01F00283}"/>
                </a:ext>
              </a:extLst>
            </p:cNvPr>
            <p:cNvSpPr/>
            <p:nvPr/>
          </p:nvSpPr>
          <p:spPr>
            <a:xfrm>
              <a:off x="2843264" y="294971"/>
              <a:ext cx="26605" cy="129501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9">
              <a:extLst>
                <a:ext uri="{FF2B5EF4-FFF2-40B4-BE49-F238E27FC236}">
                  <a16:creationId xmlns:a16="http://schemas.microsoft.com/office/drawing/2014/main" id="{56B54BBD-54CE-5747-8F77-9D08691EC197}"/>
                </a:ext>
              </a:extLst>
            </p:cNvPr>
            <p:cNvSpPr/>
            <p:nvPr/>
          </p:nvSpPr>
          <p:spPr>
            <a:xfrm>
              <a:off x="2884935" y="306189"/>
              <a:ext cx="55775" cy="120525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70">
              <a:extLst>
                <a:ext uri="{FF2B5EF4-FFF2-40B4-BE49-F238E27FC236}">
                  <a16:creationId xmlns:a16="http://schemas.microsoft.com/office/drawing/2014/main" id="{C9984795-8D44-584D-8854-752CF03EEED1}"/>
                </a:ext>
              </a:extLst>
            </p:cNvPr>
            <p:cNvSpPr/>
            <p:nvPr/>
          </p:nvSpPr>
          <p:spPr>
            <a:xfrm>
              <a:off x="2957058" y="296573"/>
              <a:ext cx="75970" cy="130142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1">
              <a:extLst>
                <a:ext uri="{FF2B5EF4-FFF2-40B4-BE49-F238E27FC236}">
                  <a16:creationId xmlns:a16="http://schemas.microsoft.com/office/drawing/2014/main" id="{5D4C0ABD-D686-5C44-B385-548591FDE2C3}"/>
                </a:ext>
              </a:extLst>
            </p:cNvPr>
            <p:cNvSpPr/>
            <p:nvPr/>
          </p:nvSpPr>
          <p:spPr>
            <a:xfrm>
              <a:off x="3049376" y="306189"/>
              <a:ext cx="55775" cy="120525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2">
              <a:extLst>
                <a:ext uri="{FF2B5EF4-FFF2-40B4-BE49-F238E27FC236}">
                  <a16:creationId xmlns:a16="http://schemas.microsoft.com/office/drawing/2014/main" id="{664D9695-50E2-C74F-AE6D-97D0BEA241BE}"/>
                </a:ext>
              </a:extLst>
            </p:cNvPr>
            <p:cNvSpPr/>
            <p:nvPr/>
          </p:nvSpPr>
          <p:spPr>
            <a:xfrm>
              <a:off x="510639" y="494671"/>
              <a:ext cx="92638" cy="124051"/>
            </a:xfrm>
            <a:custGeom>
              <a:avLst/>
              <a:gdLst>
                <a:gd name="connsiteX0" fmla="*/ 275273 w 275272"/>
                <a:gd name="connsiteY0" fmla="*/ 60960 h 368617"/>
                <a:gd name="connsiteX1" fmla="*/ 170498 w 275272"/>
                <a:gd name="connsiteY1" fmla="*/ 60960 h 368617"/>
                <a:gd name="connsiteX2" fmla="*/ 170498 w 275272"/>
                <a:gd name="connsiteY2" fmla="*/ 368617 h 368617"/>
                <a:gd name="connsiteX3" fmla="*/ 104775 w 275272"/>
                <a:gd name="connsiteY3" fmla="*/ 368617 h 368617"/>
                <a:gd name="connsiteX4" fmla="*/ 104775 w 275272"/>
                <a:gd name="connsiteY4" fmla="*/ 60960 h 368617"/>
                <a:gd name="connsiteX5" fmla="*/ 0 w 275272"/>
                <a:gd name="connsiteY5" fmla="*/ 60960 h 368617"/>
                <a:gd name="connsiteX6" fmla="*/ 0 w 275272"/>
                <a:gd name="connsiteY6" fmla="*/ 0 h 368617"/>
                <a:gd name="connsiteX7" fmla="*/ 275273 w 275272"/>
                <a:gd name="connsiteY7" fmla="*/ 0 h 368617"/>
                <a:gd name="connsiteX8" fmla="*/ 275273 w 275272"/>
                <a:gd name="connsiteY8" fmla="*/ 6096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272" h="368617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3">
              <a:extLst>
                <a:ext uri="{FF2B5EF4-FFF2-40B4-BE49-F238E27FC236}">
                  <a16:creationId xmlns:a16="http://schemas.microsoft.com/office/drawing/2014/main" id="{E8C95110-8FCD-0E40-A2A6-57790D87772E}"/>
                </a:ext>
              </a:extLst>
            </p:cNvPr>
            <p:cNvSpPr/>
            <p:nvPr/>
          </p:nvSpPr>
          <p:spPr>
            <a:xfrm>
              <a:off x="603919" y="526726"/>
              <a:ext cx="81739" cy="93920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7 w 242887"/>
                <a:gd name="connsiteY5" fmla="*/ 160972 h 279082"/>
                <a:gd name="connsiteX6" fmla="*/ 133350 w 242887"/>
                <a:gd name="connsiteY6" fmla="*/ 225742 h 279082"/>
                <a:gd name="connsiteX7" fmla="*/ 199073 w 242887"/>
                <a:gd name="connsiteY7" fmla="*/ 194310 h 279082"/>
                <a:gd name="connsiteX8" fmla="*/ 238125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4">
              <a:extLst>
                <a:ext uri="{FF2B5EF4-FFF2-40B4-BE49-F238E27FC236}">
                  <a16:creationId xmlns:a16="http://schemas.microsoft.com/office/drawing/2014/main" id="{CB4D21BE-CE53-5F47-995E-51C673318A1D}"/>
                </a:ext>
              </a:extLst>
            </p:cNvPr>
            <p:cNvSpPr/>
            <p:nvPr/>
          </p:nvSpPr>
          <p:spPr>
            <a:xfrm>
              <a:off x="703929" y="526405"/>
              <a:ext cx="75649" cy="94241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3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5">
              <a:extLst>
                <a:ext uri="{FF2B5EF4-FFF2-40B4-BE49-F238E27FC236}">
                  <a16:creationId xmlns:a16="http://schemas.microsoft.com/office/drawing/2014/main" id="{21DD3396-037B-7A43-B2C8-317A5A0E2BA1}"/>
                </a:ext>
              </a:extLst>
            </p:cNvPr>
            <p:cNvSpPr/>
            <p:nvPr/>
          </p:nvSpPr>
          <p:spPr>
            <a:xfrm>
              <a:off x="797850" y="487619"/>
              <a:ext cx="76931" cy="131103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6">
              <a:extLst>
                <a:ext uri="{FF2B5EF4-FFF2-40B4-BE49-F238E27FC236}">
                  <a16:creationId xmlns:a16="http://schemas.microsoft.com/office/drawing/2014/main" id="{68E74B2B-5342-6347-B99A-FA9A3641BF68}"/>
                </a:ext>
              </a:extLst>
            </p:cNvPr>
            <p:cNvSpPr/>
            <p:nvPr/>
          </p:nvSpPr>
          <p:spPr>
            <a:xfrm>
              <a:off x="901707" y="526726"/>
              <a:ext cx="76931" cy="9199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7">
              <a:extLst>
                <a:ext uri="{FF2B5EF4-FFF2-40B4-BE49-F238E27FC236}">
                  <a16:creationId xmlns:a16="http://schemas.microsoft.com/office/drawing/2014/main" id="{478C50F4-F2E4-D74D-8A74-8B3060311CD9}"/>
                </a:ext>
              </a:extLst>
            </p:cNvPr>
            <p:cNvSpPr/>
            <p:nvPr/>
          </p:nvSpPr>
          <p:spPr>
            <a:xfrm>
              <a:off x="1002359" y="488901"/>
              <a:ext cx="26605" cy="129501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8">
              <a:extLst>
                <a:ext uri="{FF2B5EF4-FFF2-40B4-BE49-F238E27FC236}">
                  <a16:creationId xmlns:a16="http://schemas.microsoft.com/office/drawing/2014/main" id="{FAE34E26-6702-F042-8B06-471EF8F1A67F}"/>
                </a:ext>
              </a:extLst>
            </p:cNvPr>
            <p:cNvSpPr/>
            <p:nvPr/>
          </p:nvSpPr>
          <p:spPr>
            <a:xfrm>
              <a:off x="1045312" y="526405"/>
              <a:ext cx="69238" cy="94241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2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9">
              <a:extLst>
                <a:ext uri="{FF2B5EF4-FFF2-40B4-BE49-F238E27FC236}">
                  <a16:creationId xmlns:a16="http://schemas.microsoft.com/office/drawing/2014/main" id="{22D375BD-0E12-7A4A-9584-2BEF0BED7BEE}"/>
                </a:ext>
              </a:extLst>
            </p:cNvPr>
            <p:cNvSpPr/>
            <p:nvPr/>
          </p:nvSpPr>
          <p:spPr>
            <a:xfrm>
              <a:off x="1131540" y="526405"/>
              <a:ext cx="75649" cy="94241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80">
              <a:extLst>
                <a:ext uri="{FF2B5EF4-FFF2-40B4-BE49-F238E27FC236}">
                  <a16:creationId xmlns:a16="http://schemas.microsoft.com/office/drawing/2014/main" id="{DA8C8BA6-A300-734B-9EFD-BB5CB61896F1}"/>
                </a:ext>
              </a:extLst>
            </p:cNvPr>
            <p:cNvSpPr/>
            <p:nvPr/>
          </p:nvSpPr>
          <p:spPr>
            <a:xfrm>
              <a:off x="1225460" y="487619"/>
              <a:ext cx="76931" cy="131103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1">
              <a:extLst>
                <a:ext uri="{FF2B5EF4-FFF2-40B4-BE49-F238E27FC236}">
                  <a16:creationId xmlns:a16="http://schemas.microsoft.com/office/drawing/2014/main" id="{DFAF13C5-6DCD-9447-B61D-78B1CD157727}"/>
                </a:ext>
              </a:extLst>
            </p:cNvPr>
            <p:cNvSpPr/>
            <p:nvPr/>
          </p:nvSpPr>
          <p:spPr>
            <a:xfrm>
              <a:off x="1324189" y="526726"/>
              <a:ext cx="81739" cy="93920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2">
              <a:extLst>
                <a:ext uri="{FF2B5EF4-FFF2-40B4-BE49-F238E27FC236}">
                  <a16:creationId xmlns:a16="http://schemas.microsoft.com/office/drawing/2014/main" id="{25CEA89A-5AFC-4246-867C-54AB17A3EE76}"/>
                </a:ext>
              </a:extLst>
            </p:cNvPr>
            <p:cNvSpPr/>
            <p:nvPr/>
          </p:nvSpPr>
          <p:spPr>
            <a:xfrm>
              <a:off x="1482539" y="494671"/>
              <a:ext cx="77893" cy="124051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3">
              <a:extLst>
                <a:ext uri="{FF2B5EF4-FFF2-40B4-BE49-F238E27FC236}">
                  <a16:creationId xmlns:a16="http://schemas.microsoft.com/office/drawing/2014/main" id="{D2B0C6B3-DE7F-B445-8EB2-84CDCDF0F7DA}"/>
                </a:ext>
              </a:extLst>
            </p:cNvPr>
            <p:cNvSpPr/>
            <p:nvPr/>
          </p:nvSpPr>
          <p:spPr>
            <a:xfrm>
              <a:off x="1564279" y="526726"/>
              <a:ext cx="76290" cy="93920"/>
            </a:xfrm>
            <a:custGeom>
              <a:avLst/>
              <a:gdLst>
                <a:gd name="connsiteX0" fmla="*/ 115253 w 226694"/>
                <a:gd name="connsiteY0" fmla="*/ 107633 h 279082"/>
                <a:gd name="connsiteX1" fmla="*/ 165735 w 226694"/>
                <a:gd name="connsiteY1" fmla="*/ 113347 h 279082"/>
                <a:gd name="connsiteX2" fmla="*/ 165735 w 226694"/>
                <a:gd name="connsiteY2" fmla="*/ 103822 h 279082"/>
                <a:gd name="connsiteX3" fmla="*/ 106680 w 226694"/>
                <a:gd name="connsiteY3" fmla="*/ 52388 h 279082"/>
                <a:gd name="connsiteX4" fmla="*/ 39053 w 226694"/>
                <a:gd name="connsiteY4" fmla="*/ 67627 h 279082"/>
                <a:gd name="connsiteX5" fmla="*/ 25717 w 226694"/>
                <a:gd name="connsiteY5" fmla="*/ 15240 h 279082"/>
                <a:gd name="connsiteX6" fmla="*/ 113347 w 226694"/>
                <a:gd name="connsiteY6" fmla="*/ 0 h 279082"/>
                <a:gd name="connsiteX7" fmla="*/ 226695 w 226694"/>
                <a:gd name="connsiteY7" fmla="*/ 102870 h 279082"/>
                <a:gd name="connsiteX8" fmla="*/ 226695 w 226694"/>
                <a:gd name="connsiteY8" fmla="*/ 273367 h 279082"/>
                <a:gd name="connsiteX9" fmla="*/ 167640 w 226694"/>
                <a:gd name="connsiteY9" fmla="*/ 273367 h 279082"/>
                <a:gd name="connsiteX10" fmla="*/ 167640 w 226694"/>
                <a:gd name="connsiteY10" fmla="*/ 244792 h 279082"/>
                <a:gd name="connsiteX11" fmla="*/ 165735 w 226694"/>
                <a:gd name="connsiteY11" fmla="*/ 244792 h 279082"/>
                <a:gd name="connsiteX12" fmla="*/ 87630 w 226694"/>
                <a:gd name="connsiteY12" fmla="*/ 279083 h 279082"/>
                <a:gd name="connsiteX13" fmla="*/ 0 w 226694"/>
                <a:gd name="connsiteY13" fmla="*/ 194310 h 279082"/>
                <a:gd name="connsiteX14" fmla="*/ 115253 w 226694"/>
                <a:gd name="connsiteY14" fmla="*/ 107633 h 279082"/>
                <a:gd name="connsiteX15" fmla="*/ 104775 w 226694"/>
                <a:gd name="connsiteY15" fmla="*/ 232410 h 279082"/>
                <a:gd name="connsiteX16" fmla="*/ 165735 w 226694"/>
                <a:gd name="connsiteY16" fmla="*/ 200025 h 279082"/>
                <a:gd name="connsiteX17" fmla="*/ 165735 w 226694"/>
                <a:gd name="connsiteY17" fmla="*/ 153352 h 279082"/>
                <a:gd name="connsiteX18" fmla="*/ 121920 w 226694"/>
                <a:gd name="connsiteY18" fmla="*/ 148590 h 279082"/>
                <a:gd name="connsiteX19" fmla="*/ 60007 w 226694"/>
                <a:gd name="connsiteY19" fmla="*/ 192405 h 279082"/>
                <a:gd name="connsiteX20" fmla="*/ 104775 w 226694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6694" h="279082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4">
              <a:extLst>
                <a:ext uri="{FF2B5EF4-FFF2-40B4-BE49-F238E27FC236}">
                  <a16:creationId xmlns:a16="http://schemas.microsoft.com/office/drawing/2014/main" id="{F4AE25D9-8129-1040-99F2-FCD40D53673E}"/>
                </a:ext>
              </a:extLst>
            </p:cNvPr>
            <p:cNvSpPr/>
            <p:nvPr/>
          </p:nvSpPr>
          <p:spPr>
            <a:xfrm>
              <a:off x="1667175" y="487619"/>
              <a:ext cx="78854" cy="131103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5">
              <a:extLst>
                <a:ext uri="{FF2B5EF4-FFF2-40B4-BE49-F238E27FC236}">
                  <a16:creationId xmlns:a16="http://schemas.microsoft.com/office/drawing/2014/main" id="{2202A30A-4350-CC4B-8D5A-337083DF58E0}"/>
                </a:ext>
              </a:extLst>
            </p:cNvPr>
            <p:cNvSpPr/>
            <p:nvPr/>
          </p:nvSpPr>
          <p:spPr>
            <a:xfrm>
              <a:off x="1761416" y="528970"/>
              <a:ext cx="77252" cy="9199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6">
              <a:extLst>
                <a:ext uri="{FF2B5EF4-FFF2-40B4-BE49-F238E27FC236}">
                  <a16:creationId xmlns:a16="http://schemas.microsoft.com/office/drawing/2014/main" id="{8375626C-798B-B54F-AD7A-3C9D614DA9FA}"/>
                </a:ext>
              </a:extLst>
            </p:cNvPr>
            <p:cNvSpPr/>
            <p:nvPr/>
          </p:nvSpPr>
          <p:spPr>
            <a:xfrm>
              <a:off x="1865594" y="487299"/>
              <a:ext cx="20835" cy="131103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7">
              <a:extLst>
                <a:ext uri="{FF2B5EF4-FFF2-40B4-BE49-F238E27FC236}">
                  <a16:creationId xmlns:a16="http://schemas.microsoft.com/office/drawing/2014/main" id="{B2D629F2-92A0-B241-98BE-64560FD489E8}"/>
                </a:ext>
              </a:extLst>
            </p:cNvPr>
            <p:cNvSpPr/>
            <p:nvPr/>
          </p:nvSpPr>
          <p:spPr>
            <a:xfrm>
              <a:off x="1905021" y="500120"/>
              <a:ext cx="55775" cy="120526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8 w 165734"/>
                <a:gd name="connsiteY3" fmla="*/ 282892 h 358140"/>
                <a:gd name="connsiteX4" fmla="*/ 40958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8">
              <a:extLst>
                <a:ext uri="{FF2B5EF4-FFF2-40B4-BE49-F238E27FC236}">
                  <a16:creationId xmlns:a16="http://schemas.microsoft.com/office/drawing/2014/main" id="{4BD6E99D-8F9A-2C40-A618-0CEEFD83A2C8}"/>
                </a:ext>
              </a:extLst>
            </p:cNvPr>
            <p:cNvSpPr/>
            <p:nvPr/>
          </p:nvSpPr>
          <p:spPr>
            <a:xfrm>
              <a:off x="1977144" y="490504"/>
              <a:ext cx="75970" cy="130142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1" name="Freihandform: Form 189">
              <a:extLst>
                <a:ext uri="{FF2B5EF4-FFF2-40B4-BE49-F238E27FC236}">
                  <a16:creationId xmlns:a16="http://schemas.microsoft.com/office/drawing/2014/main" id="{FBD633AE-ACE6-554C-A541-5254A2EAB9B4}"/>
                </a:ext>
              </a:extLst>
            </p:cNvPr>
            <p:cNvSpPr/>
            <p:nvPr/>
          </p:nvSpPr>
          <p:spPr>
            <a:xfrm>
              <a:off x="2069462" y="500120"/>
              <a:ext cx="55775" cy="120526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2870 w 165734"/>
                <a:gd name="connsiteY13" fmla="*/ 138113 h 358140"/>
                <a:gd name="connsiteX14" fmla="*/ 102870 w 165734"/>
                <a:gd name="connsiteY14" fmla="*/ 269558 h 358140"/>
                <a:gd name="connsiteX15" fmla="*/ 131445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92" name="Freihandform: Form 87">
            <a:extLst>
              <a:ext uri="{FF2B5EF4-FFF2-40B4-BE49-F238E27FC236}">
                <a16:creationId xmlns:a16="http://schemas.microsoft.com/office/drawing/2014/main" id="{D8DAAFD9-E7DB-C147-A0CD-6B6CAFD31AFE}"/>
              </a:ext>
            </a:extLst>
          </p:cNvPr>
          <p:cNvSpPr/>
          <p:nvPr userDrawn="1"/>
        </p:nvSpPr>
        <p:spPr>
          <a:xfrm>
            <a:off x="9074802" y="300704"/>
            <a:ext cx="1403903" cy="535987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1E42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10920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FCF17-48A0-4939-9B86-4A0E590241E6}" type="datetime4">
              <a:rPr lang="de-DE" smtClean="0"/>
              <a:t>8. November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5271" y="1631156"/>
            <a:ext cx="10015820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5C59997-58CB-4A34-A7D6-744D4117F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25613776-0F22-42BA-AE5A-1B73727AAD1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7573845" y="301186"/>
            <a:ext cx="969469" cy="386413"/>
          </a:xfrm>
        </p:spPr>
        <p:txBody>
          <a:bodyPr rIns="0" anchor="ctr" anchorCtr="0">
            <a:normAutofit/>
          </a:bodyPr>
          <a:lstStyle>
            <a:lvl1pPr algn="ctr">
              <a:defRPr sz="718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28AE96D7-C3C8-4590-B13B-86D938A7890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65271" y="687598"/>
            <a:ext cx="6143905" cy="224229"/>
          </a:xfrm>
        </p:spPr>
        <p:txBody>
          <a:bodyPr wrap="square">
            <a:spAutoFit/>
          </a:bodyPr>
          <a:lstStyle>
            <a:lvl1pPr>
              <a:defRPr sz="1436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54327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C8739-BFB7-40C2-B28E-69BB709E9C11}" type="datetime4">
              <a:rPr lang="de-DE" smtClean="0"/>
              <a:t>8. November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5271" y="1631156"/>
            <a:ext cx="4909939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024A1079-17C2-45DE-A16B-14C152A08F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71150" y="1631156"/>
            <a:ext cx="4909939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6791738E-1095-45F8-98E2-D057FFD19CA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7573845" y="301186"/>
            <a:ext cx="969469" cy="386413"/>
          </a:xfrm>
        </p:spPr>
        <p:txBody>
          <a:bodyPr rIns="0" anchor="ctr" anchorCtr="0">
            <a:normAutofit/>
          </a:bodyPr>
          <a:lstStyle>
            <a:lvl1pPr algn="ctr">
              <a:defRPr sz="718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BAC64890-C924-4759-9B9B-7DE74E38C4A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65271" y="687598"/>
            <a:ext cx="6143905" cy="224229"/>
          </a:xfrm>
        </p:spPr>
        <p:txBody>
          <a:bodyPr wrap="square">
            <a:spAutoFit/>
          </a:bodyPr>
          <a:lstStyle>
            <a:lvl1pPr>
              <a:defRPr sz="1436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30288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B6080-B214-4A27-A13D-95A31493955D}" type="datetime4">
              <a:rPr lang="de-DE" smtClean="0"/>
              <a:t>8. November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8348" y="6634667"/>
            <a:ext cx="182743" cy="110479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36A777D-D5C6-4E84-A9C9-D0F4836A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304591F-2FC9-4C29-9FE5-537955E3B9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5272" y="1631157"/>
            <a:ext cx="3203574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D0C47385-EF97-44EE-867E-E9365B44CA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7517" y="1631157"/>
            <a:ext cx="3203574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E3F53468-6A74-4DFC-93FD-A760B96196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71395" y="1631157"/>
            <a:ext cx="3203574" cy="456961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86333803-0B38-4F61-95AE-49DCFFD7FB8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7573845" y="301186"/>
            <a:ext cx="969469" cy="386413"/>
          </a:xfrm>
        </p:spPr>
        <p:txBody>
          <a:bodyPr rIns="0" anchor="ctr" anchorCtr="0">
            <a:normAutofit/>
          </a:bodyPr>
          <a:lstStyle>
            <a:lvl1pPr algn="ctr">
              <a:defRPr sz="718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7A7A670F-933B-48F3-B921-A1B739D6C9D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65271" y="687598"/>
            <a:ext cx="6143905" cy="224229"/>
          </a:xfrm>
        </p:spPr>
        <p:txBody>
          <a:bodyPr wrap="square">
            <a:spAutoFit/>
          </a:bodyPr>
          <a:lstStyle>
            <a:lvl1pPr>
              <a:defRPr sz="1436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69183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4BF54-E288-44CA-9624-72B71A8A42AB}" type="datetime4">
              <a:rPr lang="de-DE" smtClean="0"/>
              <a:t>8. November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5271" y="1631156"/>
            <a:ext cx="4909939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571150" y="1631156"/>
            <a:ext cx="4909939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8D50DB04-91D7-4C23-96CE-09E0502D14C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7573845" y="301186"/>
            <a:ext cx="969469" cy="386413"/>
          </a:xfrm>
        </p:spPr>
        <p:txBody>
          <a:bodyPr rIns="0" anchor="ctr" anchorCtr="0">
            <a:normAutofit/>
          </a:bodyPr>
          <a:lstStyle>
            <a:lvl1pPr algn="ctr">
              <a:defRPr sz="718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97A335FC-7B0F-4DB2-A1F6-1DF21639819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65271" y="687598"/>
            <a:ext cx="6143905" cy="224229"/>
          </a:xfrm>
        </p:spPr>
        <p:txBody>
          <a:bodyPr wrap="square">
            <a:spAutoFit/>
          </a:bodyPr>
          <a:lstStyle>
            <a:lvl1pPr>
              <a:defRPr sz="1436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53957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 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65271" y="1631156"/>
            <a:ext cx="4909939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055A8-E7B1-419D-84AA-0C89B698BF26}" type="datetime4">
              <a:rPr lang="de-DE" smtClean="0"/>
              <a:t>8. November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8348" y="6634667"/>
            <a:ext cx="182743" cy="110479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71152" y="1631156"/>
            <a:ext cx="4909939" cy="4569619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1C6D487A-3469-4A14-880C-0C0352BFC29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7573845" y="301186"/>
            <a:ext cx="969469" cy="386413"/>
          </a:xfrm>
        </p:spPr>
        <p:txBody>
          <a:bodyPr rIns="0" anchor="ctr" anchorCtr="0">
            <a:normAutofit/>
          </a:bodyPr>
          <a:lstStyle>
            <a:lvl1pPr algn="ctr">
              <a:defRPr sz="718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D7BA2DC0-EE95-4994-AD5A-8F6A7D106E5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65271" y="687598"/>
            <a:ext cx="6143905" cy="224229"/>
          </a:xfrm>
        </p:spPr>
        <p:txBody>
          <a:bodyPr wrap="square">
            <a:spAutoFit/>
          </a:bodyPr>
          <a:lstStyle>
            <a:lvl1pPr>
              <a:defRPr sz="1436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47132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folie | mit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430C106-4EB7-47B9-8F1D-0BFCFBEAEC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0944225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1CD45B2-C7E2-4C43-84ED-BFB6DC4E84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5272" y="3431381"/>
            <a:ext cx="3205710" cy="2769394"/>
          </a:xfrm>
          <a:solidFill>
            <a:schemeClr val="bg1"/>
          </a:solidFill>
        </p:spPr>
        <p:txBody>
          <a:bodyPr wrap="square" lIns="180000" tIns="180000" rIns="360000" bIns="18000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FE029E8-09EC-45DC-B2BB-25B2B1C145AC}"/>
              </a:ext>
            </a:extLst>
          </p:cNvPr>
          <p:cNvGrpSpPr/>
          <p:nvPr userDrawn="1"/>
        </p:nvGrpSpPr>
        <p:grpSpPr>
          <a:xfrm>
            <a:off x="-350557" y="160153"/>
            <a:ext cx="299256" cy="136812"/>
            <a:chOff x="-133350" y="2711163"/>
            <a:chExt cx="333375" cy="136812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D3613C15-D9EF-4DBF-8B74-3D50994127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8E0568E8-B36B-404B-9E38-F367F7DFCF81}"/>
                </a:ext>
              </a:extLst>
            </p:cNvPr>
            <p:cNvSpPr txBox="1"/>
            <p:nvPr userDrawn="1"/>
          </p:nvSpPr>
          <p:spPr>
            <a:xfrm>
              <a:off x="-95237" y="2711163"/>
              <a:ext cx="257151" cy="11214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4EB1BCB-8EFE-43BA-AE53-9984B9F11B54}"/>
              </a:ext>
            </a:extLst>
          </p:cNvPr>
          <p:cNvGrpSpPr/>
          <p:nvPr userDrawn="1"/>
        </p:nvGrpSpPr>
        <p:grpSpPr>
          <a:xfrm>
            <a:off x="-350557" y="1131703"/>
            <a:ext cx="299256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B189016C-ED2A-474D-A417-5E0F497B51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9856DE16-FDEC-4063-8C73-CBF95C803B59}"/>
                </a:ext>
              </a:extLst>
            </p:cNvPr>
            <p:cNvSpPr txBox="1"/>
            <p:nvPr userDrawn="1"/>
          </p:nvSpPr>
          <p:spPr>
            <a:xfrm>
              <a:off x="-95236" y="2711163"/>
              <a:ext cx="257151" cy="11214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3759D02-378A-4C73-8CA4-E4FB217B94E6}"/>
              </a:ext>
            </a:extLst>
          </p:cNvPr>
          <p:cNvGrpSpPr/>
          <p:nvPr userDrawn="1"/>
        </p:nvGrpSpPr>
        <p:grpSpPr>
          <a:xfrm>
            <a:off x="-350557" y="1491963"/>
            <a:ext cx="299256" cy="136812"/>
            <a:chOff x="-133350" y="2711163"/>
            <a:chExt cx="333375" cy="136812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612F9041-226E-4E23-B398-1F7D9044B5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18D5641-3E9B-4072-8388-BB46336975A8}"/>
                </a:ext>
              </a:extLst>
            </p:cNvPr>
            <p:cNvSpPr txBox="1"/>
            <p:nvPr userDrawn="1"/>
          </p:nvSpPr>
          <p:spPr>
            <a:xfrm>
              <a:off x="-95236" y="2711163"/>
              <a:ext cx="257151" cy="11214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870072D5-E220-4946-9EE1-80DFB58C3A38}"/>
              </a:ext>
            </a:extLst>
          </p:cNvPr>
          <p:cNvGrpSpPr/>
          <p:nvPr userDrawn="1"/>
        </p:nvGrpSpPr>
        <p:grpSpPr>
          <a:xfrm>
            <a:off x="-350557" y="3292188"/>
            <a:ext cx="299256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0A43D9D6-7790-4E94-8493-67757E3373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E7E0758-62D1-453D-B55E-FDC4CCE3C6E4}"/>
                </a:ext>
              </a:extLst>
            </p:cNvPr>
            <p:cNvSpPr txBox="1"/>
            <p:nvPr userDrawn="1"/>
          </p:nvSpPr>
          <p:spPr>
            <a:xfrm>
              <a:off x="-95236" y="2711163"/>
              <a:ext cx="257151" cy="11214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84310EC5-28E5-4146-A748-79C1FCA769F0}"/>
              </a:ext>
            </a:extLst>
          </p:cNvPr>
          <p:cNvGrpSpPr/>
          <p:nvPr userDrawn="1"/>
        </p:nvGrpSpPr>
        <p:grpSpPr>
          <a:xfrm>
            <a:off x="-350557" y="6063963"/>
            <a:ext cx="299256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2D5BC590-E7B8-48F8-AAC5-6799BCBDEB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DF5B0BA6-3F36-41A3-8125-15AA496849C8}"/>
                </a:ext>
              </a:extLst>
            </p:cNvPr>
            <p:cNvSpPr txBox="1"/>
            <p:nvPr userDrawn="1"/>
          </p:nvSpPr>
          <p:spPr>
            <a:xfrm>
              <a:off x="-95235" y="2711163"/>
              <a:ext cx="257151" cy="11214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07018BC3-E9D3-4DC9-9093-D415FD96426D}"/>
              </a:ext>
            </a:extLst>
          </p:cNvPr>
          <p:cNvGrpSpPr/>
          <p:nvPr userDrawn="1"/>
        </p:nvGrpSpPr>
        <p:grpSpPr>
          <a:xfrm>
            <a:off x="-350557" y="6495763"/>
            <a:ext cx="299256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8F1A063-9C9E-48DF-9813-A4EA4497C2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F79F31FE-DC89-4DED-A231-3D8DCBF48D98}"/>
                </a:ext>
              </a:extLst>
            </p:cNvPr>
            <p:cNvSpPr txBox="1"/>
            <p:nvPr userDrawn="1"/>
          </p:nvSpPr>
          <p:spPr>
            <a:xfrm>
              <a:off x="-95235" y="2711163"/>
              <a:ext cx="257151" cy="11214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7DF8EA8-3E45-431B-90A0-140583E1D079}"/>
              </a:ext>
            </a:extLst>
          </p:cNvPr>
          <p:cNvGrpSpPr/>
          <p:nvPr userDrawn="1"/>
        </p:nvGrpSpPr>
        <p:grpSpPr>
          <a:xfrm rot="16200000">
            <a:off x="235760" y="-292142"/>
            <a:ext cx="333375" cy="122819"/>
            <a:chOff x="-133350" y="2711153"/>
            <a:chExt cx="333375" cy="136822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300055A-A6D6-4CE1-986A-0930765E02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B2C23E7-0482-498A-B984-44C6CF40F3B6}"/>
                </a:ext>
              </a:extLst>
            </p:cNvPr>
            <p:cNvSpPr txBox="1"/>
            <p:nvPr userDrawn="1"/>
          </p:nvSpPr>
          <p:spPr>
            <a:xfrm>
              <a:off x="-82079" y="2711153"/>
              <a:ext cx="230832" cy="12493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AC7A65B2-F352-4DA5-9A36-9105D478D2C2}"/>
              </a:ext>
            </a:extLst>
          </p:cNvPr>
          <p:cNvGrpSpPr/>
          <p:nvPr userDrawn="1"/>
        </p:nvGrpSpPr>
        <p:grpSpPr>
          <a:xfrm rot="16200000">
            <a:off x="5147124" y="-292143"/>
            <a:ext cx="333375" cy="122816"/>
            <a:chOff x="-133350" y="2711157"/>
            <a:chExt cx="333375" cy="136818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4D9AE9BE-891D-491B-98F9-78F552DDC8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E259A48F-52D3-481E-86F8-360FED16B872}"/>
                </a:ext>
              </a:extLst>
            </p:cNvPr>
            <p:cNvSpPr txBox="1"/>
            <p:nvPr userDrawn="1"/>
          </p:nvSpPr>
          <p:spPr>
            <a:xfrm>
              <a:off x="-82077" y="2711157"/>
              <a:ext cx="230832" cy="1249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7ADB04CE-94F5-430A-9FF1-01DE211731F2}"/>
              </a:ext>
            </a:extLst>
          </p:cNvPr>
          <p:cNvGrpSpPr/>
          <p:nvPr userDrawn="1"/>
        </p:nvGrpSpPr>
        <p:grpSpPr>
          <a:xfrm>
            <a:off x="5568996" y="-397424"/>
            <a:ext cx="112147" cy="333375"/>
            <a:chOff x="6416665" y="-397424"/>
            <a:chExt cx="124933" cy="333375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0411913-7BEC-4F33-BDE8-154F93D079C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A40BADBF-D4AC-4B48-AE66-D79BD3055404}"/>
                </a:ext>
              </a:extLst>
            </p:cNvPr>
            <p:cNvSpPr txBox="1"/>
            <p:nvPr userDrawn="1"/>
          </p:nvSpPr>
          <p:spPr>
            <a:xfrm rot="16200000">
              <a:off x="6363716" y="-293204"/>
              <a:ext cx="230832" cy="1249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B5DA2A5-4F29-4DF6-A342-0A7B4878AAB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305426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E820BD84-9211-4C19-A40B-4121AD892514}"/>
              </a:ext>
            </a:extLst>
          </p:cNvPr>
          <p:cNvGrpSpPr/>
          <p:nvPr userDrawn="1"/>
        </p:nvGrpSpPr>
        <p:grpSpPr>
          <a:xfrm rot="16200000">
            <a:off x="10258704" y="-292146"/>
            <a:ext cx="333375" cy="122812"/>
            <a:chOff x="-133350" y="2711161"/>
            <a:chExt cx="333375" cy="136814"/>
          </a:xfrm>
        </p:grpSpPr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21C7D9CA-751B-4809-9338-47DDC5D1A7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D1C22B97-CFD8-4E78-BF7E-02A71F190F83}"/>
                </a:ext>
              </a:extLst>
            </p:cNvPr>
            <p:cNvSpPr txBox="1"/>
            <p:nvPr userDrawn="1"/>
          </p:nvSpPr>
          <p:spPr>
            <a:xfrm>
              <a:off x="-82073" y="2711161"/>
              <a:ext cx="230832" cy="1249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0892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1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4C7B6-65DB-4651-9D6D-787BD251B230}" type="datetime4">
              <a:rPr lang="de-DE" smtClean="0"/>
              <a:t>8. November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6A4CB3A7-ACED-41D0-8E35-318CD369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EBFE18BD-74E5-4328-B98A-9C6FC4FCA59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65271" y="1631156"/>
            <a:ext cx="10015820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A51E223D-AC82-4D54-A383-0E2DF84E2E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65271" y="5690271"/>
            <a:ext cx="10015820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257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05EC4CE8-43C6-428F-9E62-CB38E0CE644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7573845" y="301186"/>
            <a:ext cx="969469" cy="386413"/>
          </a:xfrm>
        </p:spPr>
        <p:txBody>
          <a:bodyPr rIns="0" anchor="ctr" anchorCtr="0">
            <a:normAutofit/>
          </a:bodyPr>
          <a:lstStyle>
            <a:lvl1pPr algn="ctr">
              <a:defRPr sz="718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122FFE2B-554A-4423-8513-4D2A70D2DB1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65271" y="687598"/>
            <a:ext cx="6143905" cy="224229"/>
          </a:xfrm>
        </p:spPr>
        <p:txBody>
          <a:bodyPr wrap="square">
            <a:spAutoFit/>
          </a:bodyPr>
          <a:lstStyle>
            <a:lvl1pPr>
              <a:defRPr sz="1436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796286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074B9-4BBE-42DB-8ECC-1B8A75D6203E}" type="datetime4">
              <a:rPr lang="de-DE" smtClean="0"/>
              <a:t>8. November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8348" y="6634667"/>
            <a:ext cx="182743" cy="110479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C7F934-D7F3-42CA-88CC-3AEB50FF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B4B72DA6-61BE-42F9-8894-08B159BC7C7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65271" y="1631156"/>
            <a:ext cx="4909939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0E2D86CD-8C0A-461A-82DE-DEB73A6F9AC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65271" y="5690271"/>
            <a:ext cx="4909939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257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B4E7C39B-83E8-467B-AD57-55CA08888B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571152" y="1631156"/>
            <a:ext cx="4909939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CE124A50-74B4-4E32-AA56-DCD775B1300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571152" y="5690271"/>
            <a:ext cx="4909939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257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BF87D6FE-3E8F-49D4-B36A-217C95B23AF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7573845" y="301186"/>
            <a:ext cx="969469" cy="386413"/>
          </a:xfrm>
        </p:spPr>
        <p:txBody>
          <a:bodyPr rIns="0" anchor="ctr" anchorCtr="0">
            <a:normAutofit/>
          </a:bodyPr>
          <a:lstStyle>
            <a:lvl1pPr algn="ctr">
              <a:defRPr sz="718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5F1A965F-F63A-4B03-A142-6DC4620DA5F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65271" y="687598"/>
            <a:ext cx="6143905" cy="224229"/>
          </a:xfrm>
        </p:spPr>
        <p:txBody>
          <a:bodyPr wrap="square">
            <a:spAutoFit/>
          </a:bodyPr>
          <a:lstStyle>
            <a:lvl1pPr>
              <a:defRPr sz="1436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344802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BA888-8294-4426-A426-0D17B6B1880D}" type="datetime4">
              <a:rPr lang="de-DE" smtClean="0"/>
              <a:t>8. November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8348" y="6634667"/>
            <a:ext cx="182743" cy="110479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9995CF9C-9826-4946-A085-FF49199B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E2430412-20B6-4F53-A77B-A26A49135E4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65270" y="1631156"/>
            <a:ext cx="3204416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48CA2DF0-5B92-4CE6-AF1A-CC648431BB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65270" y="5690271"/>
            <a:ext cx="3204416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257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002E2471-F223-4896-A895-CE0AF20E11D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276675" y="1631156"/>
            <a:ext cx="3204416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470E7482-A37A-44BE-ADE5-A0B3B10E8FC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276675" y="5690271"/>
            <a:ext cx="3204416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257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3FD09289-F115-4464-A726-812A11720CA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3870973" y="1631156"/>
            <a:ext cx="3204416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6" name="Textplatzhalter 10">
            <a:extLst>
              <a:ext uri="{FF2B5EF4-FFF2-40B4-BE49-F238E27FC236}">
                <a16:creationId xmlns:a16="http://schemas.microsoft.com/office/drawing/2014/main" id="{F3F11CE6-C8CF-4ABE-B3B8-C00D74678A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70973" y="5690271"/>
            <a:ext cx="3204416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257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A7347480-9F70-4378-B138-B8B7C593F8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7573845" y="301186"/>
            <a:ext cx="969469" cy="386413"/>
          </a:xfrm>
        </p:spPr>
        <p:txBody>
          <a:bodyPr rIns="0" anchor="ctr" anchorCtr="0">
            <a:normAutofit/>
          </a:bodyPr>
          <a:lstStyle>
            <a:lvl1pPr algn="ctr">
              <a:defRPr sz="718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B180B26F-6FF8-4738-A10C-E14470F0B8C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65271" y="687598"/>
            <a:ext cx="6143905" cy="224229"/>
          </a:xfrm>
        </p:spPr>
        <p:txBody>
          <a:bodyPr wrap="square">
            <a:spAutoFit/>
          </a:bodyPr>
          <a:lstStyle>
            <a:lvl1pPr>
              <a:defRPr sz="1436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163424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894D4-C9B8-4F96-8FF6-79E826889C55}" type="datetime4">
              <a:rPr lang="de-DE" smtClean="0"/>
              <a:t>8. November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65271" y="1631156"/>
            <a:ext cx="10013684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7573845" y="301186"/>
            <a:ext cx="969469" cy="386413"/>
          </a:xfrm>
        </p:spPr>
        <p:txBody>
          <a:bodyPr rIns="0" anchor="ctr" anchorCtr="0">
            <a:normAutofit/>
          </a:bodyPr>
          <a:lstStyle>
            <a:lvl1pPr algn="ctr">
              <a:defRPr sz="718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64AF0876-C672-488E-ADCD-17BBFC33638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65271" y="687598"/>
            <a:ext cx="6143905" cy="224229"/>
          </a:xfrm>
        </p:spPr>
        <p:txBody>
          <a:bodyPr wrap="square">
            <a:spAutoFit/>
          </a:bodyPr>
          <a:lstStyle>
            <a:lvl1pPr>
              <a:defRPr sz="1436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392915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0F4A-AEAE-4C58-AA76-7EADB0FF7089}" type="datetime4">
              <a:rPr lang="de-DE" smtClean="0"/>
              <a:t>8. November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8348" y="6634667"/>
            <a:ext cx="182743" cy="110479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65271" y="1631156"/>
            <a:ext cx="4909940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7573845" y="301186"/>
            <a:ext cx="969469" cy="386413"/>
          </a:xfrm>
        </p:spPr>
        <p:txBody>
          <a:bodyPr rIns="0" anchor="ctr" anchorCtr="0">
            <a:normAutofit/>
          </a:bodyPr>
          <a:lstStyle>
            <a:lvl1pPr algn="ctr">
              <a:defRPr sz="718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33608DEB-69EC-4E8F-A567-9E3EA36C362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5571151" y="1631156"/>
            <a:ext cx="4909940" cy="4569619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777B5741-96D1-4193-A4A5-5EE22D85663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65271" y="687598"/>
            <a:ext cx="6143905" cy="224229"/>
          </a:xfrm>
        </p:spPr>
        <p:txBody>
          <a:bodyPr wrap="square">
            <a:spAutoFit/>
          </a:bodyPr>
          <a:lstStyle>
            <a:lvl1pPr>
              <a:defRPr sz="1436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355393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67C9-4C75-43A9-95B7-0690D6F29CA5}" type="datetime4">
              <a:rPr lang="de-DE" smtClean="0"/>
              <a:t>8. November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5086500-15A5-49F2-8B64-748C19FDAB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75379" y="1631156"/>
            <a:ext cx="3205710" cy="456962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84BE64F-DBB2-4BF3-ABE7-E92BB978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0D6633D6-CA56-460E-AA1C-9A4D6A6232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65270" y="1631157"/>
            <a:ext cx="6610118" cy="4569620"/>
          </a:xfrm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7CDDF36A-B7A5-4E95-A5D6-07C5FCED28B4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7573845" y="301186"/>
            <a:ext cx="969469" cy="386413"/>
          </a:xfrm>
        </p:spPr>
        <p:txBody>
          <a:bodyPr rIns="0" anchor="ctr" anchorCtr="0">
            <a:normAutofit/>
          </a:bodyPr>
          <a:lstStyle>
            <a:lvl1pPr algn="ctr">
              <a:defRPr sz="718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FBCC7105-5E2C-4745-BEC8-77E521534F9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65271" y="687598"/>
            <a:ext cx="6143905" cy="224229"/>
          </a:xfrm>
        </p:spPr>
        <p:txBody>
          <a:bodyPr wrap="square">
            <a:spAutoFit/>
          </a:bodyPr>
          <a:lstStyle>
            <a:lvl1pPr>
              <a:defRPr sz="1436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779622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 | Gra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C462FD0-9E74-4D67-97DA-C8DBAA1AE5FF}" type="datetime4">
              <a:rPr lang="de-DE" smtClean="0"/>
              <a:t>8. November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464268" y="6538526"/>
            <a:ext cx="10479957" cy="108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16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1925060-7FCF-4CBC-B0DA-0731E3E98579}"/>
              </a:ext>
            </a:extLst>
          </p:cNvPr>
          <p:cNvSpPr/>
          <p:nvPr userDrawn="1"/>
        </p:nvSpPr>
        <p:spPr>
          <a:xfrm>
            <a:off x="465345" y="1196733"/>
            <a:ext cx="10481090" cy="72000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16"/>
          </a:p>
        </p:txBody>
      </p:sp>
      <p:sp>
        <p:nvSpPr>
          <p:cNvPr id="60" name="Textplatzhalter 9">
            <a:extLst>
              <a:ext uri="{FF2B5EF4-FFF2-40B4-BE49-F238E27FC236}">
                <a16:creationId xmlns:a16="http://schemas.microsoft.com/office/drawing/2014/main" id="{A9FF3927-CA7B-4361-998A-3A60E5D23F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65271" y="687598"/>
            <a:ext cx="6143905" cy="224229"/>
          </a:xfrm>
        </p:spPr>
        <p:txBody>
          <a:bodyPr wrap="square">
            <a:spAutoFit/>
          </a:bodyPr>
          <a:lstStyle>
            <a:lvl1pPr>
              <a:defRPr sz="1436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93DCB95B-459E-4AC2-8E4B-6C459242A95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7573845" y="301186"/>
            <a:ext cx="969469" cy="386413"/>
          </a:xfrm>
        </p:spPr>
        <p:txBody>
          <a:bodyPr rIns="0" anchor="ctr" anchorCtr="0">
            <a:normAutofit/>
          </a:bodyPr>
          <a:lstStyle>
            <a:lvl1pPr algn="ctr">
              <a:defRPr sz="718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ECEE8D8-DF92-4CFD-A29A-DD98DFA7EC69}"/>
              </a:ext>
            </a:extLst>
          </p:cNvPr>
          <p:cNvGrpSpPr/>
          <p:nvPr userDrawn="1"/>
        </p:nvGrpSpPr>
        <p:grpSpPr>
          <a:xfrm>
            <a:off x="-350557" y="160153"/>
            <a:ext cx="299256" cy="136812"/>
            <a:chOff x="-133350" y="2711163"/>
            <a:chExt cx="333375" cy="136812"/>
          </a:xfrm>
        </p:grpSpPr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E89218EB-083A-44EC-89C4-86451CE1FC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99474D3-E53E-4ABA-9B61-C9BB08A3276B}"/>
                </a:ext>
              </a:extLst>
            </p:cNvPr>
            <p:cNvSpPr txBox="1"/>
            <p:nvPr userDrawn="1"/>
          </p:nvSpPr>
          <p:spPr>
            <a:xfrm>
              <a:off x="-95237" y="2711163"/>
              <a:ext cx="257151" cy="11214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57879191-3BE6-4B4E-A6B9-7EE964614B47}"/>
              </a:ext>
            </a:extLst>
          </p:cNvPr>
          <p:cNvGrpSpPr/>
          <p:nvPr userDrawn="1"/>
        </p:nvGrpSpPr>
        <p:grpSpPr>
          <a:xfrm>
            <a:off x="-350557" y="1131703"/>
            <a:ext cx="299256" cy="136812"/>
            <a:chOff x="-133350" y="2711163"/>
            <a:chExt cx="333375" cy="136812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94484379-E642-433C-B53A-1DEE6A9DD4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7C54D7A6-C6ED-4572-B49C-338FB11A042A}"/>
                </a:ext>
              </a:extLst>
            </p:cNvPr>
            <p:cNvSpPr txBox="1"/>
            <p:nvPr userDrawn="1"/>
          </p:nvSpPr>
          <p:spPr>
            <a:xfrm>
              <a:off x="-95236" y="2711163"/>
              <a:ext cx="257151" cy="11214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382F9D16-DA93-44FA-B850-67D0B6AD397D}"/>
              </a:ext>
            </a:extLst>
          </p:cNvPr>
          <p:cNvGrpSpPr/>
          <p:nvPr userDrawn="1"/>
        </p:nvGrpSpPr>
        <p:grpSpPr>
          <a:xfrm>
            <a:off x="-350557" y="1491963"/>
            <a:ext cx="299256" cy="136812"/>
            <a:chOff x="-133350" y="2711163"/>
            <a:chExt cx="333375" cy="136812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201A13C-71DC-4465-B39F-F196A50353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D957CB6E-B09B-4A22-86F0-6C38F81B2E90}"/>
                </a:ext>
              </a:extLst>
            </p:cNvPr>
            <p:cNvSpPr txBox="1"/>
            <p:nvPr userDrawn="1"/>
          </p:nvSpPr>
          <p:spPr>
            <a:xfrm>
              <a:off x="-95236" y="2711163"/>
              <a:ext cx="257151" cy="11214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8DB7D0C-ACAA-4A6B-8088-624B0BC24502}"/>
              </a:ext>
            </a:extLst>
          </p:cNvPr>
          <p:cNvGrpSpPr/>
          <p:nvPr userDrawn="1"/>
        </p:nvGrpSpPr>
        <p:grpSpPr>
          <a:xfrm>
            <a:off x="-350557" y="3292188"/>
            <a:ext cx="299256" cy="136812"/>
            <a:chOff x="-133350" y="2711163"/>
            <a:chExt cx="333375" cy="136812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E8B86ED7-0F29-451E-8C7D-9B396D5E20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ED76FB85-7BBB-4E8D-A853-5FCC744835E1}"/>
                </a:ext>
              </a:extLst>
            </p:cNvPr>
            <p:cNvSpPr txBox="1"/>
            <p:nvPr userDrawn="1"/>
          </p:nvSpPr>
          <p:spPr>
            <a:xfrm>
              <a:off x="-95236" y="2711163"/>
              <a:ext cx="257151" cy="11214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1524020-40DB-450A-AEE5-3E1B459B16B5}"/>
              </a:ext>
            </a:extLst>
          </p:cNvPr>
          <p:cNvGrpSpPr/>
          <p:nvPr userDrawn="1"/>
        </p:nvGrpSpPr>
        <p:grpSpPr>
          <a:xfrm>
            <a:off x="-350557" y="6063963"/>
            <a:ext cx="299256" cy="136812"/>
            <a:chOff x="-133350" y="2711163"/>
            <a:chExt cx="333375" cy="136812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539CBAAA-C79F-4BC9-9AF3-18ED0AF9E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5F01F83-E434-491F-8893-1CE5848F9B6D}"/>
                </a:ext>
              </a:extLst>
            </p:cNvPr>
            <p:cNvSpPr txBox="1"/>
            <p:nvPr userDrawn="1"/>
          </p:nvSpPr>
          <p:spPr>
            <a:xfrm>
              <a:off x="-95235" y="2711163"/>
              <a:ext cx="257151" cy="11214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99ECB07F-83AC-4A69-A930-C51459FBE5BA}"/>
              </a:ext>
            </a:extLst>
          </p:cNvPr>
          <p:cNvGrpSpPr/>
          <p:nvPr userDrawn="1"/>
        </p:nvGrpSpPr>
        <p:grpSpPr>
          <a:xfrm>
            <a:off x="-350557" y="6495763"/>
            <a:ext cx="299256" cy="136812"/>
            <a:chOff x="-133350" y="2711163"/>
            <a:chExt cx="333375" cy="136812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EB6DF347-64CA-4BE1-8952-3E80EBD008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F82628F6-8442-4626-962B-E947FDA8C0C0}"/>
                </a:ext>
              </a:extLst>
            </p:cNvPr>
            <p:cNvSpPr txBox="1"/>
            <p:nvPr userDrawn="1"/>
          </p:nvSpPr>
          <p:spPr>
            <a:xfrm>
              <a:off x="-95235" y="2711163"/>
              <a:ext cx="257151" cy="11214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9B4EC5D-DF7B-4D80-86D6-C95B0B60B325}"/>
              </a:ext>
            </a:extLst>
          </p:cNvPr>
          <p:cNvGrpSpPr/>
          <p:nvPr userDrawn="1"/>
        </p:nvGrpSpPr>
        <p:grpSpPr>
          <a:xfrm rot="16200000">
            <a:off x="235760" y="-292142"/>
            <a:ext cx="333375" cy="122819"/>
            <a:chOff x="-133350" y="2711153"/>
            <a:chExt cx="333375" cy="136822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7A230F03-8AA4-4AAE-999A-6E872C727A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1C36145D-6FFB-4D3A-85D6-2ACFDAE5F5D2}"/>
                </a:ext>
              </a:extLst>
            </p:cNvPr>
            <p:cNvSpPr txBox="1"/>
            <p:nvPr userDrawn="1"/>
          </p:nvSpPr>
          <p:spPr>
            <a:xfrm>
              <a:off x="-82079" y="2711153"/>
              <a:ext cx="230832" cy="12493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0D1EC147-B041-40BC-BA8D-878A722616DE}"/>
              </a:ext>
            </a:extLst>
          </p:cNvPr>
          <p:cNvGrpSpPr/>
          <p:nvPr userDrawn="1"/>
        </p:nvGrpSpPr>
        <p:grpSpPr>
          <a:xfrm rot="16200000">
            <a:off x="5147124" y="-292143"/>
            <a:ext cx="333375" cy="122816"/>
            <a:chOff x="-133350" y="2711157"/>
            <a:chExt cx="333375" cy="136818"/>
          </a:xfrm>
        </p:grpSpPr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4A4E226E-C413-42F0-AA69-108B05313D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4A93327E-EEC7-45A4-9C35-410D17ECB865}"/>
                </a:ext>
              </a:extLst>
            </p:cNvPr>
            <p:cNvSpPr txBox="1"/>
            <p:nvPr userDrawn="1"/>
          </p:nvSpPr>
          <p:spPr>
            <a:xfrm>
              <a:off x="-82077" y="2711157"/>
              <a:ext cx="230832" cy="1249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EC1AF1A-26A7-479B-A176-8997B58ED4D1}"/>
              </a:ext>
            </a:extLst>
          </p:cNvPr>
          <p:cNvGrpSpPr/>
          <p:nvPr userDrawn="1"/>
        </p:nvGrpSpPr>
        <p:grpSpPr>
          <a:xfrm>
            <a:off x="5568996" y="-397424"/>
            <a:ext cx="112147" cy="333375"/>
            <a:chOff x="6416665" y="-397424"/>
            <a:chExt cx="124933" cy="333375"/>
          </a:xfrm>
        </p:grpSpPr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80D76042-D322-4CD0-B41A-CE295CEC6835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397EC952-23B6-4728-82B6-3D733107C66E}"/>
                </a:ext>
              </a:extLst>
            </p:cNvPr>
            <p:cNvSpPr txBox="1"/>
            <p:nvPr userDrawn="1"/>
          </p:nvSpPr>
          <p:spPr>
            <a:xfrm rot="16200000">
              <a:off x="6363716" y="-293204"/>
              <a:ext cx="230832" cy="1249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D8CEDBB7-9662-435E-8F5A-F3EE555D990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305426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24365663-FE3F-47D4-A8D7-729A38C4987D}"/>
              </a:ext>
            </a:extLst>
          </p:cNvPr>
          <p:cNvGrpSpPr/>
          <p:nvPr userDrawn="1"/>
        </p:nvGrpSpPr>
        <p:grpSpPr>
          <a:xfrm rot="16200000">
            <a:off x="10258704" y="-292146"/>
            <a:ext cx="333375" cy="122812"/>
            <a:chOff x="-133350" y="2711161"/>
            <a:chExt cx="333375" cy="136814"/>
          </a:xfrm>
        </p:grpSpPr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92EE37E1-8647-4AEB-9AEE-FF0711435F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C2B4E3D7-0BC3-4BC1-B86B-DD51E9785755}"/>
                </a:ext>
              </a:extLst>
            </p:cNvPr>
            <p:cNvSpPr txBox="1"/>
            <p:nvPr userDrawn="1"/>
          </p:nvSpPr>
          <p:spPr>
            <a:xfrm>
              <a:off x="-82073" y="2711161"/>
              <a:ext cx="230832" cy="1249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42" name="Freihandform: Form 43">
            <a:extLst>
              <a:ext uri="{FF2B5EF4-FFF2-40B4-BE49-F238E27FC236}">
                <a16:creationId xmlns:a16="http://schemas.microsoft.com/office/drawing/2014/main" id="{3D6477CD-22DD-4145-8BC7-59C9F97FA689}"/>
              </a:ext>
            </a:extLst>
          </p:cNvPr>
          <p:cNvSpPr>
            <a:spLocks noChangeAspect="1"/>
          </p:cNvSpPr>
          <p:nvPr userDrawn="1"/>
        </p:nvSpPr>
        <p:spPr>
          <a:xfrm>
            <a:off x="939613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3019632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|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94168-1D2E-414B-9AFB-B7BB2EA3568F}" type="datetime4">
              <a:rPr lang="de-DE" smtClean="0"/>
              <a:t>8. November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18B908A7-A1D8-4FB7-9CB4-BDC3E20D2B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7573845" y="301186"/>
            <a:ext cx="969469" cy="386413"/>
          </a:xfrm>
        </p:spPr>
        <p:txBody>
          <a:bodyPr rIns="0" anchor="ctr" anchorCtr="0">
            <a:normAutofit/>
          </a:bodyPr>
          <a:lstStyle>
            <a:lvl1pPr algn="ctr">
              <a:defRPr sz="718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903DE59B-FC71-4F7B-BBCF-9B96B09DD62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65271" y="687598"/>
            <a:ext cx="6143905" cy="224229"/>
          </a:xfrm>
        </p:spPr>
        <p:txBody>
          <a:bodyPr wrap="square">
            <a:spAutoFit/>
          </a:bodyPr>
          <a:lstStyle>
            <a:lvl1pPr>
              <a:defRPr sz="1436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297363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41E4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EDA59-479C-41C3-99F0-9A24DD470063}" type="datetime4">
              <a:rPr lang="de-DE" smtClean="0"/>
              <a:t>8. November 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B25E710-D493-4189-8EF7-00ABE0AB56E5}"/>
              </a:ext>
            </a:extLst>
          </p:cNvPr>
          <p:cNvSpPr/>
          <p:nvPr userDrawn="1"/>
        </p:nvSpPr>
        <p:spPr>
          <a:xfrm>
            <a:off x="465271" y="1631156"/>
            <a:ext cx="10015820" cy="4569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1578" tIns="161578" rIns="161578" bIns="161578" rtlCol="0" anchor="ctr"/>
          <a:lstStyle/>
          <a:p>
            <a:pPr marL="0" marR="0" indent="0" algn="l" defTabSz="820857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77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436" b="0" i="0" u="none" strike="noStrike" kern="1200" cap="none" spc="0" normalizeH="0" baseline="0" noProof="0" dirty="0">
              <a:ln>
                <a:noFill/>
              </a:ln>
              <a:solidFill>
                <a:srgbClr val="041E4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F509DB-422D-41FB-A02B-822A0A204E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41618" y="2835964"/>
            <a:ext cx="6463125" cy="2160000"/>
          </a:xfrm>
        </p:spPr>
        <p:txBody>
          <a:bodyPr rIns="0" anchor="ctr" anchorCtr="0">
            <a:normAutofit/>
          </a:bodyPr>
          <a:lstStyle>
            <a:lvl1pPr algn="ctr">
              <a:defRPr sz="1795" i="1">
                <a:solidFill>
                  <a:srgbClr val="041E4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de-DE" dirty="0"/>
              <a:t>„Mastertextformat bearbeiten“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F862885B-685B-4384-B9F0-6266AD0BDA7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7573845" y="301186"/>
            <a:ext cx="969469" cy="386413"/>
          </a:xfrm>
        </p:spPr>
        <p:txBody>
          <a:bodyPr rIns="0" anchor="ctr" anchorCtr="0">
            <a:normAutofit/>
          </a:bodyPr>
          <a:lstStyle>
            <a:lvl1pPr algn="ctr">
              <a:defRPr sz="718"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2BEC83A6-EBB5-4F38-9A43-62A2E7E3616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65271" y="687598"/>
            <a:ext cx="6143905" cy="224229"/>
          </a:xfrm>
        </p:spPr>
        <p:txBody>
          <a:bodyPr wrap="square">
            <a:spAutoFit/>
          </a:bodyPr>
          <a:lstStyle>
            <a:lvl1pPr>
              <a:defRPr sz="1436">
                <a:solidFill>
                  <a:srgbClr val="041E42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553473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platzhalter 167">
            <a:extLst>
              <a:ext uri="{FF2B5EF4-FFF2-40B4-BE49-F238E27FC236}">
                <a16:creationId xmlns:a16="http://schemas.microsoft.com/office/drawing/2014/main" id="{68AB2348-B91F-4E68-BDE1-60ECCE02B4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628776"/>
            <a:ext cx="10944225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3591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</a:t>
            </a:r>
          </a:p>
        </p:txBody>
      </p:sp>
      <p:sp>
        <p:nvSpPr>
          <p:cNvPr id="59" name="Bildplatzhalter 60">
            <a:extLst>
              <a:ext uri="{FF2B5EF4-FFF2-40B4-BE49-F238E27FC236}">
                <a16:creationId xmlns:a16="http://schemas.microsoft.com/office/drawing/2014/main" id="{92CE05A2-27DE-4191-8A63-5C7C7ACA37C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0944225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CBD8B083-79E8-44E1-BA43-E993160F02E1}"/>
              </a:ext>
            </a:extLst>
          </p:cNvPr>
          <p:cNvSpPr/>
          <p:nvPr userDrawn="1"/>
        </p:nvSpPr>
        <p:spPr>
          <a:xfrm>
            <a:off x="465345" y="1196733"/>
            <a:ext cx="10481090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16"/>
          </a:p>
        </p:txBody>
      </p:sp>
      <p:sp>
        <p:nvSpPr>
          <p:cNvPr id="114" name="Textplatzhalter 64">
            <a:extLst>
              <a:ext uri="{FF2B5EF4-FFF2-40B4-BE49-F238E27FC236}">
                <a16:creationId xmlns:a16="http://schemas.microsoft.com/office/drawing/2014/main" id="{94E4DAD8-28C4-496D-803F-AF50BFF89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5271" y="2727880"/>
            <a:ext cx="10015820" cy="1402243"/>
          </a:xfrm>
        </p:spPr>
        <p:txBody>
          <a:bodyPr vert="horz" wrap="square" lIns="0" tIns="0" rIns="360000" bIns="0" rtlCol="0" anchor="ctr" anchorCtr="0">
            <a:spAutoFit/>
          </a:bodyPr>
          <a:lstStyle>
            <a:lvl1pPr>
              <a:spcAft>
                <a:spcPts val="0"/>
              </a:spcAft>
              <a:defRPr lang="de-DE" sz="4309" b="1" dirty="0" smtClean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Vielen Dank</a:t>
            </a:r>
            <a:br>
              <a:rPr lang="de-DE" dirty="0"/>
            </a:br>
            <a:r>
              <a:rPr lang="de-DE" dirty="0"/>
              <a:t>für Ihre Aufmerksamkeit!</a:t>
            </a:r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0C3B9D07-F821-46AB-95B1-D19222D00FD7}"/>
              </a:ext>
            </a:extLst>
          </p:cNvPr>
          <p:cNvGrpSpPr/>
          <p:nvPr userDrawn="1"/>
        </p:nvGrpSpPr>
        <p:grpSpPr>
          <a:xfrm>
            <a:off x="-350557" y="160153"/>
            <a:ext cx="299256" cy="136812"/>
            <a:chOff x="-133350" y="2711163"/>
            <a:chExt cx="333375" cy="136812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22380010-0050-441D-BA9C-97B583515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C13F555F-C26E-4B21-A77C-6CA7380155F8}"/>
                </a:ext>
              </a:extLst>
            </p:cNvPr>
            <p:cNvSpPr txBox="1"/>
            <p:nvPr userDrawn="1"/>
          </p:nvSpPr>
          <p:spPr>
            <a:xfrm>
              <a:off x="-95237" y="2711163"/>
              <a:ext cx="257151" cy="11214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705760C0-8935-4141-9AEE-BB96816B3799}"/>
              </a:ext>
            </a:extLst>
          </p:cNvPr>
          <p:cNvGrpSpPr/>
          <p:nvPr userDrawn="1"/>
        </p:nvGrpSpPr>
        <p:grpSpPr>
          <a:xfrm>
            <a:off x="-350557" y="1131703"/>
            <a:ext cx="299256" cy="136812"/>
            <a:chOff x="-133350" y="2711163"/>
            <a:chExt cx="333375" cy="136812"/>
          </a:xfrm>
        </p:grpSpPr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EBE9DAC0-7790-4611-B602-40B3CD18C7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1FBE1EE4-3D10-40E7-9F1E-627A51E59C61}"/>
                </a:ext>
              </a:extLst>
            </p:cNvPr>
            <p:cNvSpPr txBox="1"/>
            <p:nvPr userDrawn="1"/>
          </p:nvSpPr>
          <p:spPr>
            <a:xfrm>
              <a:off x="-95236" y="2711163"/>
              <a:ext cx="257151" cy="11214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B25E0919-4E1B-4A97-A1C2-6AE7D2A59920}"/>
              </a:ext>
            </a:extLst>
          </p:cNvPr>
          <p:cNvGrpSpPr/>
          <p:nvPr userDrawn="1"/>
        </p:nvGrpSpPr>
        <p:grpSpPr>
          <a:xfrm>
            <a:off x="-350557" y="1491963"/>
            <a:ext cx="299256" cy="136812"/>
            <a:chOff x="-133350" y="2711163"/>
            <a:chExt cx="333375" cy="136812"/>
          </a:xfrm>
        </p:grpSpPr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849FBB7D-3378-4F36-B80B-3E0BDCA834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6141066E-6566-420D-B6EB-886DF25CCD11}"/>
                </a:ext>
              </a:extLst>
            </p:cNvPr>
            <p:cNvSpPr txBox="1"/>
            <p:nvPr userDrawn="1"/>
          </p:nvSpPr>
          <p:spPr>
            <a:xfrm>
              <a:off x="-95236" y="2711163"/>
              <a:ext cx="257151" cy="11214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87A742EA-EC3D-47DE-9C2D-533639983C8D}"/>
              </a:ext>
            </a:extLst>
          </p:cNvPr>
          <p:cNvGrpSpPr/>
          <p:nvPr userDrawn="1"/>
        </p:nvGrpSpPr>
        <p:grpSpPr>
          <a:xfrm>
            <a:off x="-350557" y="3292188"/>
            <a:ext cx="299256" cy="136812"/>
            <a:chOff x="-133350" y="2711163"/>
            <a:chExt cx="333375" cy="136812"/>
          </a:xfrm>
        </p:grpSpPr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846719FD-F8B1-447D-8561-7A1E238E8A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2ABDBC31-5895-4E49-887D-433A43B32DBC}"/>
                </a:ext>
              </a:extLst>
            </p:cNvPr>
            <p:cNvSpPr txBox="1"/>
            <p:nvPr userDrawn="1"/>
          </p:nvSpPr>
          <p:spPr>
            <a:xfrm>
              <a:off x="-95236" y="2711163"/>
              <a:ext cx="257151" cy="11214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AEF4BF1C-C847-48A1-A7BF-3BEE82EF1C59}"/>
              </a:ext>
            </a:extLst>
          </p:cNvPr>
          <p:cNvGrpSpPr/>
          <p:nvPr userDrawn="1"/>
        </p:nvGrpSpPr>
        <p:grpSpPr>
          <a:xfrm>
            <a:off x="-350557" y="6063963"/>
            <a:ext cx="299256" cy="136812"/>
            <a:chOff x="-133350" y="2711163"/>
            <a:chExt cx="333375" cy="136812"/>
          </a:xfrm>
        </p:grpSpPr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F60061-B6B2-4FE6-9482-278DFD418B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73D29742-39CB-41E5-B346-BADC9743E285}"/>
                </a:ext>
              </a:extLst>
            </p:cNvPr>
            <p:cNvSpPr txBox="1"/>
            <p:nvPr userDrawn="1"/>
          </p:nvSpPr>
          <p:spPr>
            <a:xfrm>
              <a:off x="-95235" y="2711163"/>
              <a:ext cx="257151" cy="11214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D55A5473-7182-4B24-8843-51E2ADF3D492}"/>
              </a:ext>
            </a:extLst>
          </p:cNvPr>
          <p:cNvGrpSpPr/>
          <p:nvPr userDrawn="1"/>
        </p:nvGrpSpPr>
        <p:grpSpPr>
          <a:xfrm>
            <a:off x="-350557" y="6495763"/>
            <a:ext cx="299256" cy="136812"/>
            <a:chOff x="-133350" y="2711163"/>
            <a:chExt cx="333375" cy="136812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204A095A-3A24-4259-92A8-4500898AC0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82971EAD-9159-4D12-8726-4FBE6AFA23F0}"/>
                </a:ext>
              </a:extLst>
            </p:cNvPr>
            <p:cNvSpPr txBox="1"/>
            <p:nvPr userDrawn="1"/>
          </p:nvSpPr>
          <p:spPr>
            <a:xfrm>
              <a:off x="-95235" y="2711163"/>
              <a:ext cx="257151" cy="11214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D1FF9524-93DA-476B-89EA-9E475617F2D9}"/>
              </a:ext>
            </a:extLst>
          </p:cNvPr>
          <p:cNvGrpSpPr/>
          <p:nvPr userDrawn="1"/>
        </p:nvGrpSpPr>
        <p:grpSpPr>
          <a:xfrm rot="16200000">
            <a:off x="235760" y="-292142"/>
            <a:ext cx="333375" cy="122819"/>
            <a:chOff x="-133350" y="2711153"/>
            <a:chExt cx="333375" cy="136822"/>
          </a:xfrm>
        </p:grpSpPr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8DFFD401-DC7D-4F6D-82BF-DC6E357E59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36A6CE9C-ECB8-42E6-B61D-3A0F3C4D7A56}"/>
                </a:ext>
              </a:extLst>
            </p:cNvPr>
            <p:cNvSpPr txBox="1"/>
            <p:nvPr userDrawn="1"/>
          </p:nvSpPr>
          <p:spPr>
            <a:xfrm>
              <a:off x="-82079" y="2711153"/>
              <a:ext cx="230832" cy="12493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20076CAA-CFEC-4359-9762-07ED0661EE26}"/>
              </a:ext>
            </a:extLst>
          </p:cNvPr>
          <p:cNvGrpSpPr/>
          <p:nvPr userDrawn="1"/>
        </p:nvGrpSpPr>
        <p:grpSpPr>
          <a:xfrm rot="16200000">
            <a:off x="5147124" y="-292143"/>
            <a:ext cx="333375" cy="122816"/>
            <a:chOff x="-133350" y="2711157"/>
            <a:chExt cx="333375" cy="136818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91EF761B-D6BF-475C-8903-456E1F0576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413A99B1-6C23-41A6-A82B-0EC01B779471}"/>
                </a:ext>
              </a:extLst>
            </p:cNvPr>
            <p:cNvSpPr txBox="1"/>
            <p:nvPr userDrawn="1"/>
          </p:nvSpPr>
          <p:spPr>
            <a:xfrm>
              <a:off x="-82077" y="2711157"/>
              <a:ext cx="230832" cy="1249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16CE4EF7-E819-4747-A9E4-8C86F991481E}"/>
              </a:ext>
            </a:extLst>
          </p:cNvPr>
          <p:cNvGrpSpPr/>
          <p:nvPr userDrawn="1"/>
        </p:nvGrpSpPr>
        <p:grpSpPr>
          <a:xfrm>
            <a:off x="5568996" y="-397424"/>
            <a:ext cx="112147" cy="333375"/>
            <a:chOff x="6416665" y="-397424"/>
            <a:chExt cx="124933" cy="333375"/>
          </a:xfrm>
        </p:grpSpPr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3B78DE36-86EF-463F-A7E5-0CD3043C9F4D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EAD15804-28A7-4690-889A-7D8A91A7D478}"/>
                </a:ext>
              </a:extLst>
            </p:cNvPr>
            <p:cNvSpPr txBox="1"/>
            <p:nvPr userDrawn="1"/>
          </p:nvSpPr>
          <p:spPr>
            <a:xfrm rot="16200000">
              <a:off x="6363716" y="-293204"/>
              <a:ext cx="230832" cy="1249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9023C4F7-97EF-4D2F-9223-1AFEE89D9C6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305426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D5072DFD-BA29-43BB-A0B1-01F593A0242E}"/>
              </a:ext>
            </a:extLst>
          </p:cNvPr>
          <p:cNvGrpSpPr/>
          <p:nvPr userDrawn="1"/>
        </p:nvGrpSpPr>
        <p:grpSpPr>
          <a:xfrm rot="16200000">
            <a:off x="10258704" y="-292146"/>
            <a:ext cx="333375" cy="122812"/>
            <a:chOff x="-133350" y="2711161"/>
            <a:chExt cx="333375" cy="136814"/>
          </a:xfrm>
        </p:grpSpPr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A9C77A6D-E177-4B69-A5A1-6B77E4229F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701274C6-5A42-4082-BC4B-8532BFB4CC40}"/>
                </a:ext>
              </a:extLst>
            </p:cNvPr>
            <p:cNvSpPr txBox="1"/>
            <p:nvPr userDrawn="1"/>
          </p:nvSpPr>
          <p:spPr>
            <a:xfrm>
              <a:off x="-82073" y="2711161"/>
              <a:ext cx="230832" cy="1249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94" name="Gruppieren 93">
            <a:extLst>
              <a:ext uri="{FF2B5EF4-FFF2-40B4-BE49-F238E27FC236}">
                <a16:creationId xmlns:a16="http://schemas.microsoft.com/office/drawing/2014/main" id="{FD722EE0-4248-0D45-9F20-34EB465B200D}"/>
              </a:ext>
            </a:extLst>
          </p:cNvPr>
          <p:cNvGrpSpPr/>
          <p:nvPr userDrawn="1"/>
        </p:nvGrpSpPr>
        <p:grpSpPr>
          <a:xfrm>
            <a:off x="470179" y="293096"/>
            <a:ext cx="2388067" cy="301237"/>
            <a:chOff x="510639" y="293688"/>
            <a:chExt cx="2594512" cy="327279"/>
          </a:xfrm>
        </p:grpSpPr>
        <p:sp>
          <p:nvSpPr>
            <p:cNvPr id="95" name="Freihandform: Form 139">
              <a:extLst>
                <a:ext uri="{FF2B5EF4-FFF2-40B4-BE49-F238E27FC236}">
                  <a16:creationId xmlns:a16="http://schemas.microsoft.com/office/drawing/2014/main" id="{D620F5E9-FFDD-C04B-985E-3CB87E0E1E91}"/>
                </a:ext>
              </a:extLst>
            </p:cNvPr>
            <p:cNvSpPr/>
            <p:nvPr/>
          </p:nvSpPr>
          <p:spPr>
            <a:xfrm>
              <a:off x="519935" y="300420"/>
              <a:ext cx="78213" cy="124372"/>
            </a:xfrm>
            <a:custGeom>
              <a:avLst/>
              <a:gdLst>
                <a:gd name="connsiteX0" fmla="*/ 232410 w 232409"/>
                <a:gd name="connsiteY0" fmla="*/ 60960 h 369569"/>
                <a:gd name="connsiteX1" fmla="*/ 65723 w 232409"/>
                <a:gd name="connsiteY1" fmla="*/ 60960 h 369569"/>
                <a:gd name="connsiteX2" fmla="*/ 65723 w 232409"/>
                <a:gd name="connsiteY2" fmla="*/ 152400 h 369569"/>
                <a:gd name="connsiteX3" fmla="*/ 189547 w 232409"/>
                <a:gd name="connsiteY3" fmla="*/ 152400 h 369569"/>
                <a:gd name="connsiteX4" fmla="*/ 189547 w 232409"/>
                <a:gd name="connsiteY4" fmla="*/ 212408 h 369569"/>
                <a:gd name="connsiteX5" fmla="*/ 65723 w 232409"/>
                <a:gd name="connsiteY5" fmla="*/ 212408 h 369569"/>
                <a:gd name="connsiteX6" fmla="*/ 65723 w 232409"/>
                <a:gd name="connsiteY6" fmla="*/ 369570 h 369569"/>
                <a:gd name="connsiteX7" fmla="*/ 0 w 232409"/>
                <a:gd name="connsiteY7" fmla="*/ 369570 h 369569"/>
                <a:gd name="connsiteX8" fmla="*/ 0 w 232409"/>
                <a:gd name="connsiteY8" fmla="*/ 0 h 369569"/>
                <a:gd name="connsiteX9" fmla="*/ 231458 w 232409"/>
                <a:gd name="connsiteY9" fmla="*/ 0 h 369569"/>
                <a:gd name="connsiteX10" fmla="*/ 231458 w 232409"/>
                <a:gd name="connsiteY10" fmla="*/ 60960 h 36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2409" h="369569">
                  <a:moveTo>
                    <a:pt x="232410" y="60960"/>
                  </a:moveTo>
                  <a:lnTo>
                    <a:pt x="65723" y="60960"/>
                  </a:lnTo>
                  <a:lnTo>
                    <a:pt x="65723" y="152400"/>
                  </a:lnTo>
                  <a:lnTo>
                    <a:pt x="189547" y="152400"/>
                  </a:lnTo>
                  <a:lnTo>
                    <a:pt x="189547" y="212408"/>
                  </a:lnTo>
                  <a:lnTo>
                    <a:pt x="65723" y="212408"/>
                  </a:lnTo>
                  <a:lnTo>
                    <a:pt x="65723" y="369570"/>
                  </a:lnTo>
                  <a:lnTo>
                    <a:pt x="0" y="369570"/>
                  </a:lnTo>
                  <a:lnTo>
                    <a:pt x="0" y="0"/>
                  </a:lnTo>
                  <a:lnTo>
                    <a:pt x="231458" y="0"/>
                  </a:lnTo>
                  <a:lnTo>
                    <a:pt x="231458" y="6096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6" name="Freihandform: Form 140">
              <a:extLst>
                <a:ext uri="{FF2B5EF4-FFF2-40B4-BE49-F238E27FC236}">
                  <a16:creationId xmlns:a16="http://schemas.microsoft.com/office/drawing/2014/main" id="{DF35538F-F2B1-AB4D-B056-F9C17C7A2997}"/>
                </a:ext>
              </a:extLst>
            </p:cNvPr>
            <p:cNvSpPr/>
            <p:nvPr/>
          </p:nvSpPr>
          <p:spPr>
            <a:xfrm>
              <a:off x="610329" y="332713"/>
              <a:ext cx="53852" cy="91758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2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7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7" name="Freihandform: Form 141">
              <a:extLst>
                <a:ext uri="{FF2B5EF4-FFF2-40B4-BE49-F238E27FC236}">
                  <a16:creationId xmlns:a16="http://schemas.microsoft.com/office/drawing/2014/main" id="{8A3A0868-4288-0541-B6B5-51ED50FA2E49}"/>
                </a:ext>
              </a:extLst>
            </p:cNvPr>
            <p:cNvSpPr/>
            <p:nvPr/>
          </p:nvSpPr>
          <p:spPr>
            <a:xfrm>
              <a:off x="679247" y="294971"/>
              <a:ext cx="26605" cy="129501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8" name="Freihandform: Form 142">
              <a:extLst>
                <a:ext uri="{FF2B5EF4-FFF2-40B4-BE49-F238E27FC236}">
                  <a16:creationId xmlns:a16="http://schemas.microsoft.com/office/drawing/2014/main" id="{D4FF268C-3B14-3A46-9C1F-4339E71523AC}"/>
                </a:ext>
              </a:extLst>
            </p:cNvPr>
            <p:cNvSpPr/>
            <p:nvPr/>
          </p:nvSpPr>
          <p:spPr>
            <a:xfrm>
              <a:off x="725086" y="332795"/>
              <a:ext cx="81739" cy="93920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1913 w 242887"/>
                <a:gd name="connsiteY10" fmla="*/ 115253 h 279082"/>
                <a:gd name="connsiteX11" fmla="*/ 182880 w 242887"/>
                <a:gd name="connsiteY11" fmla="*/ 115253 h 279082"/>
                <a:gd name="connsiteX12" fmla="*/ 123825 w 242887"/>
                <a:gd name="connsiteY12" fmla="*/ 50482 h 279082"/>
                <a:gd name="connsiteX13" fmla="*/ 61913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1913" y="115253"/>
                  </a:moveTo>
                  <a:lnTo>
                    <a:pt x="182880" y="115253"/>
                  </a:lnTo>
                  <a:cubicBezTo>
                    <a:pt x="180022" y="74295"/>
                    <a:pt x="159067" y="50482"/>
                    <a:pt x="123825" y="50482"/>
                  </a:cubicBezTo>
                  <a:cubicBezTo>
                    <a:pt x="89535" y="50482"/>
                    <a:pt x="67627" y="74295"/>
                    <a:pt x="61913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9" name="Freihandform: Form 143">
              <a:extLst>
                <a:ext uri="{FF2B5EF4-FFF2-40B4-BE49-F238E27FC236}">
                  <a16:creationId xmlns:a16="http://schemas.microsoft.com/office/drawing/2014/main" id="{6CC25769-2C70-9044-972B-0E82762F80FB}"/>
                </a:ext>
              </a:extLst>
            </p:cNvPr>
            <p:cNvSpPr/>
            <p:nvPr/>
          </p:nvSpPr>
          <p:spPr>
            <a:xfrm>
              <a:off x="825417" y="293688"/>
              <a:ext cx="83663" cy="133347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2 w 248602"/>
                <a:gd name="connsiteY5" fmla="*/ 0 h 396239"/>
                <a:gd name="connsiteX6" fmla="*/ 248602 w 248602"/>
                <a:gd name="connsiteY6" fmla="*/ 389573 h 396239"/>
                <a:gd name="connsiteX7" fmla="*/ 187642 w 248602"/>
                <a:gd name="connsiteY7" fmla="*/ 389573 h 396239"/>
                <a:gd name="connsiteX8" fmla="*/ 187642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0960 w 248602"/>
                <a:gd name="connsiteY12" fmla="*/ 255270 h 396239"/>
                <a:gd name="connsiteX13" fmla="*/ 122872 w 248602"/>
                <a:gd name="connsiteY13" fmla="*/ 340995 h 396239"/>
                <a:gd name="connsiteX14" fmla="*/ 186690 w 248602"/>
                <a:gd name="connsiteY14" fmla="*/ 305753 h 396239"/>
                <a:gd name="connsiteX15" fmla="*/ 186690 w 248602"/>
                <a:gd name="connsiteY15" fmla="*/ 207645 h 396239"/>
                <a:gd name="connsiteX16" fmla="*/ 122872 w 248602"/>
                <a:gd name="connsiteY16" fmla="*/ 172402 h 396239"/>
                <a:gd name="connsiteX17" fmla="*/ 60960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2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2" y="0"/>
                  </a:lnTo>
                  <a:lnTo>
                    <a:pt x="248602" y="389573"/>
                  </a:lnTo>
                  <a:lnTo>
                    <a:pt x="187642" y="389573"/>
                  </a:lnTo>
                  <a:lnTo>
                    <a:pt x="187642" y="358140"/>
                  </a:lnTo>
                  <a:lnTo>
                    <a:pt x="186690" y="358140"/>
                  </a:lnTo>
                  <a:cubicBezTo>
                    <a:pt x="167640" y="381953"/>
                    <a:pt x="140017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0960" y="255270"/>
                  </a:moveTo>
                  <a:cubicBezTo>
                    <a:pt x="60960" y="309563"/>
                    <a:pt x="83820" y="340995"/>
                    <a:pt x="122872" y="340995"/>
                  </a:cubicBezTo>
                  <a:cubicBezTo>
                    <a:pt x="146685" y="340995"/>
                    <a:pt x="166688" y="329565"/>
                    <a:pt x="186690" y="305753"/>
                  </a:cubicBezTo>
                  <a:lnTo>
                    <a:pt x="186690" y="207645"/>
                  </a:lnTo>
                  <a:cubicBezTo>
                    <a:pt x="168592" y="183833"/>
                    <a:pt x="148590" y="172402"/>
                    <a:pt x="122872" y="172402"/>
                  </a:cubicBezTo>
                  <a:cubicBezTo>
                    <a:pt x="82867" y="172402"/>
                    <a:pt x="60960" y="201930"/>
                    <a:pt x="60960" y="25527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0" name="Freihandform: Form 144">
              <a:extLst>
                <a:ext uri="{FF2B5EF4-FFF2-40B4-BE49-F238E27FC236}">
                  <a16:creationId xmlns:a16="http://schemas.microsoft.com/office/drawing/2014/main" id="{0CAC0C34-4187-474E-B36F-7B84677DD278}"/>
                </a:ext>
              </a:extLst>
            </p:cNvPr>
            <p:cNvSpPr/>
            <p:nvPr/>
          </p:nvSpPr>
          <p:spPr>
            <a:xfrm>
              <a:off x="936967" y="332713"/>
              <a:ext cx="53852" cy="91758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1" name="Freihandform: Form 145">
              <a:extLst>
                <a:ext uri="{FF2B5EF4-FFF2-40B4-BE49-F238E27FC236}">
                  <a16:creationId xmlns:a16="http://schemas.microsoft.com/office/drawing/2014/main" id="{532ABB1B-640F-AF47-8671-6F2DFD15124D}"/>
                </a:ext>
              </a:extLst>
            </p:cNvPr>
            <p:cNvSpPr/>
            <p:nvPr/>
          </p:nvSpPr>
          <p:spPr>
            <a:xfrm>
              <a:off x="1005565" y="294971"/>
              <a:ext cx="26605" cy="129501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8 w 79057"/>
                <a:gd name="connsiteY4" fmla="*/ 38100 h 384810"/>
                <a:gd name="connsiteX5" fmla="*/ 71438 w 79057"/>
                <a:gd name="connsiteY5" fmla="*/ 384810 h 384810"/>
                <a:gd name="connsiteX6" fmla="*/ 9525 w 79057"/>
                <a:gd name="connsiteY6" fmla="*/ 384810 h 384810"/>
                <a:gd name="connsiteX7" fmla="*/ 9525 w 79057"/>
                <a:gd name="connsiteY7" fmla="*/ 118110 h 384810"/>
                <a:gd name="connsiteX8" fmla="*/ 71438 w 79057"/>
                <a:gd name="connsiteY8" fmla="*/ 118110 h 384810"/>
                <a:gd name="connsiteX9" fmla="*/ 71438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7" y="0"/>
                    <a:pt x="39052" y="0"/>
                  </a:cubicBezTo>
                  <a:cubicBezTo>
                    <a:pt x="61913" y="0"/>
                    <a:pt x="79058" y="16193"/>
                    <a:pt x="79058" y="38100"/>
                  </a:cubicBezTo>
                  <a:close/>
                  <a:moveTo>
                    <a:pt x="71438" y="384810"/>
                  </a:moveTo>
                  <a:lnTo>
                    <a:pt x="9525" y="384810"/>
                  </a:lnTo>
                  <a:lnTo>
                    <a:pt x="9525" y="118110"/>
                  </a:lnTo>
                  <a:lnTo>
                    <a:pt x="71438" y="118110"/>
                  </a:lnTo>
                  <a:lnTo>
                    <a:pt x="71438" y="38481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2" name="Freihandform: Form 146">
              <a:extLst>
                <a:ext uri="{FF2B5EF4-FFF2-40B4-BE49-F238E27FC236}">
                  <a16:creationId xmlns:a16="http://schemas.microsoft.com/office/drawing/2014/main" id="{F0F218F5-4AD1-484A-91C2-3BDA9D697699}"/>
                </a:ext>
              </a:extLst>
            </p:cNvPr>
            <p:cNvSpPr/>
            <p:nvPr/>
          </p:nvSpPr>
          <p:spPr>
            <a:xfrm>
              <a:off x="1052044" y="332474"/>
              <a:ext cx="75649" cy="94240"/>
            </a:xfrm>
            <a:custGeom>
              <a:avLst/>
              <a:gdLst>
                <a:gd name="connsiteX0" fmla="*/ 222885 w 224789"/>
                <a:gd name="connsiteY0" fmla="*/ 237172 h 280034"/>
                <a:gd name="connsiteX1" fmla="*/ 127635 w 224789"/>
                <a:gd name="connsiteY1" fmla="*/ 280035 h 280034"/>
                <a:gd name="connsiteX2" fmla="*/ 0 w 224789"/>
                <a:gd name="connsiteY2" fmla="*/ 140970 h 280034"/>
                <a:gd name="connsiteX3" fmla="*/ 128588 w 224789"/>
                <a:gd name="connsiteY3" fmla="*/ 0 h 280034"/>
                <a:gd name="connsiteX4" fmla="*/ 224790 w 224789"/>
                <a:gd name="connsiteY4" fmla="*/ 45720 h 280034"/>
                <a:gd name="connsiteX5" fmla="*/ 181927 w 224789"/>
                <a:gd name="connsiteY5" fmla="*/ 86678 h 280034"/>
                <a:gd name="connsiteX6" fmla="*/ 128588 w 224789"/>
                <a:gd name="connsiteY6" fmla="*/ 57150 h 280034"/>
                <a:gd name="connsiteX7" fmla="*/ 62865 w 224789"/>
                <a:gd name="connsiteY7" fmla="*/ 140018 h 280034"/>
                <a:gd name="connsiteX8" fmla="*/ 128588 w 224789"/>
                <a:gd name="connsiteY8" fmla="*/ 222885 h 280034"/>
                <a:gd name="connsiteX9" fmla="*/ 183833 w 224789"/>
                <a:gd name="connsiteY9" fmla="*/ 193358 h 280034"/>
                <a:gd name="connsiteX10" fmla="*/ 222885 w 224789"/>
                <a:gd name="connsiteY10" fmla="*/ 237172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89" h="280034">
                  <a:moveTo>
                    <a:pt x="222885" y="237172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7" y="15240"/>
                    <a:pt x="224790" y="45720"/>
                  </a:cubicBezTo>
                  <a:lnTo>
                    <a:pt x="181927" y="86678"/>
                  </a:lnTo>
                  <a:cubicBezTo>
                    <a:pt x="166688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8"/>
                  </a:cubicBezTo>
                  <a:cubicBezTo>
                    <a:pt x="62865" y="189547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3" y="193358"/>
                  </a:cubicBezTo>
                  <a:lnTo>
                    <a:pt x="222885" y="237172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3" name="Freihandform: Form 147">
              <a:extLst>
                <a:ext uri="{FF2B5EF4-FFF2-40B4-BE49-F238E27FC236}">
                  <a16:creationId xmlns:a16="http://schemas.microsoft.com/office/drawing/2014/main" id="{004D0A6B-03FE-7243-BBC7-E28F3BAAB05C}"/>
                </a:ext>
              </a:extLst>
            </p:cNvPr>
            <p:cNvSpPr/>
            <p:nvPr/>
          </p:nvSpPr>
          <p:spPr>
            <a:xfrm>
              <a:off x="1145644" y="293688"/>
              <a:ext cx="77252" cy="131103"/>
            </a:xfrm>
            <a:custGeom>
              <a:avLst/>
              <a:gdLst>
                <a:gd name="connsiteX0" fmla="*/ 229553 w 229552"/>
                <a:gd name="connsiteY0" fmla="*/ 388620 h 389572"/>
                <a:gd name="connsiteX1" fmla="*/ 167640 w 229552"/>
                <a:gd name="connsiteY1" fmla="*/ 388620 h 389572"/>
                <a:gd name="connsiteX2" fmla="*/ 167640 w 229552"/>
                <a:gd name="connsiteY2" fmla="*/ 236220 h 389572"/>
                <a:gd name="connsiteX3" fmla="*/ 118110 w 229552"/>
                <a:gd name="connsiteY3" fmla="*/ 171450 h 389572"/>
                <a:gd name="connsiteX4" fmla="*/ 62865 w 229552"/>
                <a:gd name="connsiteY4" fmla="*/ 236220 h 389572"/>
                <a:gd name="connsiteX5" fmla="*/ 62865 w 229552"/>
                <a:gd name="connsiteY5" fmla="*/ 389573 h 389572"/>
                <a:gd name="connsiteX6" fmla="*/ 0 w 229552"/>
                <a:gd name="connsiteY6" fmla="*/ 389573 h 389572"/>
                <a:gd name="connsiteX7" fmla="*/ 0 w 229552"/>
                <a:gd name="connsiteY7" fmla="*/ 15240 h 389572"/>
                <a:gd name="connsiteX8" fmla="*/ 61913 w 229552"/>
                <a:gd name="connsiteY8" fmla="*/ 0 h 389572"/>
                <a:gd name="connsiteX9" fmla="*/ 61913 w 229552"/>
                <a:gd name="connsiteY9" fmla="*/ 155258 h 389572"/>
                <a:gd name="connsiteX10" fmla="*/ 62865 w 229552"/>
                <a:gd name="connsiteY10" fmla="*/ 155258 h 389572"/>
                <a:gd name="connsiteX11" fmla="*/ 140970 w 229552"/>
                <a:gd name="connsiteY11" fmla="*/ 116205 h 389572"/>
                <a:gd name="connsiteX12" fmla="*/ 228600 w 229552"/>
                <a:gd name="connsiteY12" fmla="*/ 223838 h 389572"/>
                <a:gd name="connsiteX13" fmla="*/ 228600 w 229552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389572">
                  <a:moveTo>
                    <a:pt x="229553" y="388620"/>
                  </a:moveTo>
                  <a:lnTo>
                    <a:pt x="167640" y="388620"/>
                  </a:lnTo>
                  <a:lnTo>
                    <a:pt x="167640" y="236220"/>
                  </a:lnTo>
                  <a:cubicBezTo>
                    <a:pt x="167640" y="197168"/>
                    <a:pt x="155257" y="171450"/>
                    <a:pt x="118110" y="171450"/>
                  </a:cubicBezTo>
                  <a:cubicBezTo>
                    <a:pt x="75247" y="171450"/>
                    <a:pt x="62865" y="205740"/>
                    <a:pt x="62865" y="236220"/>
                  </a:cubicBezTo>
                  <a:lnTo>
                    <a:pt x="62865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2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4" name="Freihandform: Form 148">
              <a:extLst>
                <a:ext uri="{FF2B5EF4-FFF2-40B4-BE49-F238E27FC236}">
                  <a16:creationId xmlns:a16="http://schemas.microsoft.com/office/drawing/2014/main" id="{5DF9ACAA-1BFC-9F4A-9F2A-1EC53AEEAB31}"/>
                </a:ext>
              </a:extLst>
            </p:cNvPr>
            <p:cNvSpPr/>
            <p:nvPr/>
          </p:nvSpPr>
          <p:spPr>
            <a:xfrm>
              <a:off x="1246937" y="359721"/>
              <a:ext cx="43915" cy="19874"/>
            </a:xfrm>
            <a:custGeom>
              <a:avLst/>
              <a:gdLst>
                <a:gd name="connsiteX0" fmla="*/ 130492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2 w 130492"/>
                <a:gd name="connsiteY3" fmla="*/ 0 h 59055"/>
                <a:gd name="connsiteX4" fmla="*/ 130492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2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2" y="0"/>
                  </a:lnTo>
                  <a:lnTo>
                    <a:pt x="130492" y="5905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5" name="Freihandform: Form 149">
              <a:extLst>
                <a:ext uri="{FF2B5EF4-FFF2-40B4-BE49-F238E27FC236}">
                  <a16:creationId xmlns:a16="http://schemas.microsoft.com/office/drawing/2014/main" id="{C59E81A8-37A2-054E-812F-4EB5702AF273}"/>
                </a:ext>
              </a:extLst>
            </p:cNvPr>
            <p:cNvSpPr/>
            <p:nvPr/>
          </p:nvSpPr>
          <p:spPr>
            <a:xfrm>
              <a:off x="1302071" y="300420"/>
              <a:ext cx="115397" cy="124051"/>
            </a:xfrm>
            <a:custGeom>
              <a:avLst/>
              <a:gdLst>
                <a:gd name="connsiteX0" fmla="*/ 136208 w 342900"/>
                <a:gd name="connsiteY0" fmla="*/ 0 h 368617"/>
                <a:gd name="connsiteX1" fmla="*/ 205740 w 342900"/>
                <a:gd name="connsiteY1" fmla="*/ 0 h 368617"/>
                <a:gd name="connsiteX2" fmla="*/ 342900 w 342900"/>
                <a:gd name="connsiteY2" fmla="*/ 368618 h 368617"/>
                <a:gd name="connsiteX3" fmla="*/ 271463 w 342900"/>
                <a:gd name="connsiteY3" fmla="*/ 368618 h 368617"/>
                <a:gd name="connsiteX4" fmla="*/ 244793 w 342900"/>
                <a:gd name="connsiteY4" fmla="*/ 290512 h 368617"/>
                <a:gd name="connsiteX5" fmla="*/ 96203 w 342900"/>
                <a:gd name="connsiteY5" fmla="*/ 290512 h 368617"/>
                <a:gd name="connsiteX6" fmla="*/ 69533 w 342900"/>
                <a:gd name="connsiteY6" fmla="*/ 368618 h 368617"/>
                <a:gd name="connsiteX7" fmla="*/ 0 w 342900"/>
                <a:gd name="connsiteY7" fmla="*/ 368618 h 368617"/>
                <a:gd name="connsiteX8" fmla="*/ 136208 w 342900"/>
                <a:gd name="connsiteY8" fmla="*/ 0 h 368617"/>
                <a:gd name="connsiteX9" fmla="*/ 116205 w 342900"/>
                <a:gd name="connsiteY9" fmla="*/ 231458 h 368617"/>
                <a:gd name="connsiteX10" fmla="*/ 223838 w 342900"/>
                <a:gd name="connsiteY10" fmla="*/ 231458 h 368617"/>
                <a:gd name="connsiteX11" fmla="*/ 170498 w 342900"/>
                <a:gd name="connsiteY11" fmla="*/ 75247 h 368617"/>
                <a:gd name="connsiteX12" fmla="*/ 169545 w 342900"/>
                <a:gd name="connsiteY12" fmla="*/ 75247 h 368617"/>
                <a:gd name="connsiteX13" fmla="*/ 116205 w 342900"/>
                <a:gd name="connsiteY13" fmla="*/ 231458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900" h="368617">
                  <a:moveTo>
                    <a:pt x="136208" y="0"/>
                  </a:moveTo>
                  <a:lnTo>
                    <a:pt x="205740" y="0"/>
                  </a:lnTo>
                  <a:lnTo>
                    <a:pt x="342900" y="368618"/>
                  </a:lnTo>
                  <a:lnTo>
                    <a:pt x="271463" y="368618"/>
                  </a:lnTo>
                  <a:lnTo>
                    <a:pt x="244793" y="290512"/>
                  </a:lnTo>
                  <a:lnTo>
                    <a:pt x="96203" y="290512"/>
                  </a:lnTo>
                  <a:lnTo>
                    <a:pt x="69533" y="368618"/>
                  </a:lnTo>
                  <a:lnTo>
                    <a:pt x="0" y="368618"/>
                  </a:lnTo>
                  <a:lnTo>
                    <a:pt x="136208" y="0"/>
                  </a:lnTo>
                  <a:close/>
                  <a:moveTo>
                    <a:pt x="116205" y="231458"/>
                  </a:moveTo>
                  <a:lnTo>
                    <a:pt x="223838" y="231458"/>
                  </a:lnTo>
                  <a:lnTo>
                    <a:pt x="170498" y="75247"/>
                  </a:lnTo>
                  <a:lnTo>
                    <a:pt x="169545" y="75247"/>
                  </a:lnTo>
                  <a:lnTo>
                    <a:pt x="116205" y="231458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6" name="Freihandform: Form 150">
              <a:extLst>
                <a:ext uri="{FF2B5EF4-FFF2-40B4-BE49-F238E27FC236}">
                  <a16:creationId xmlns:a16="http://schemas.microsoft.com/office/drawing/2014/main" id="{2BC383C6-7C0E-F04A-B358-1E0ACB433B59}"/>
                </a:ext>
              </a:extLst>
            </p:cNvPr>
            <p:cNvSpPr/>
            <p:nvPr/>
          </p:nvSpPr>
          <p:spPr>
            <a:xfrm>
              <a:off x="1436060" y="293688"/>
              <a:ext cx="20835" cy="130783"/>
            </a:xfrm>
            <a:custGeom>
              <a:avLst/>
              <a:gdLst>
                <a:gd name="connsiteX0" fmla="*/ 61913 w 61912"/>
                <a:gd name="connsiteY0" fmla="*/ 388620 h 388620"/>
                <a:gd name="connsiteX1" fmla="*/ 0 w 61912"/>
                <a:gd name="connsiteY1" fmla="*/ 388620 h 388620"/>
                <a:gd name="connsiteX2" fmla="*/ 0 w 61912"/>
                <a:gd name="connsiteY2" fmla="*/ 14288 h 388620"/>
                <a:gd name="connsiteX3" fmla="*/ 61913 w 61912"/>
                <a:gd name="connsiteY3" fmla="*/ 0 h 388620"/>
                <a:gd name="connsiteX4" fmla="*/ 61913 w 61912"/>
                <a:gd name="connsiteY4" fmla="*/ 388620 h 38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8620">
                  <a:moveTo>
                    <a:pt x="61913" y="388620"/>
                  </a:moveTo>
                  <a:lnTo>
                    <a:pt x="0" y="388620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862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7" name="Freihandform: Form 151">
              <a:extLst>
                <a:ext uri="{FF2B5EF4-FFF2-40B4-BE49-F238E27FC236}">
                  <a16:creationId xmlns:a16="http://schemas.microsoft.com/office/drawing/2014/main" id="{EBCCFF0E-5164-B541-B863-59DD9A594B17}"/>
                </a:ext>
              </a:extLst>
            </p:cNvPr>
            <p:cNvSpPr/>
            <p:nvPr/>
          </p:nvSpPr>
          <p:spPr>
            <a:xfrm>
              <a:off x="1479334" y="332795"/>
              <a:ext cx="81739" cy="93920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2" y="264795"/>
                    <a:pt x="173355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8" name="Freihandform: Form 152">
              <a:extLst>
                <a:ext uri="{FF2B5EF4-FFF2-40B4-BE49-F238E27FC236}">
                  <a16:creationId xmlns:a16="http://schemas.microsoft.com/office/drawing/2014/main" id="{7B5BF733-D183-654E-B332-E82C64C747A8}"/>
                </a:ext>
              </a:extLst>
            </p:cNvPr>
            <p:cNvSpPr/>
            <p:nvPr/>
          </p:nvSpPr>
          <p:spPr>
            <a:xfrm>
              <a:off x="1572613" y="334718"/>
              <a:ext cx="85906" cy="89753"/>
            </a:xfrm>
            <a:custGeom>
              <a:avLst/>
              <a:gdLst>
                <a:gd name="connsiteX0" fmla="*/ 255270 w 255269"/>
                <a:gd name="connsiteY0" fmla="*/ 266700 h 266700"/>
                <a:gd name="connsiteX1" fmla="*/ 183832 w 255269"/>
                <a:gd name="connsiteY1" fmla="*/ 266700 h 266700"/>
                <a:gd name="connsiteX2" fmla="*/ 126682 w 255269"/>
                <a:gd name="connsiteY2" fmla="*/ 174307 h 266700"/>
                <a:gd name="connsiteX3" fmla="*/ 125730 w 255269"/>
                <a:gd name="connsiteY3" fmla="*/ 174307 h 266700"/>
                <a:gd name="connsiteX4" fmla="*/ 70485 w 255269"/>
                <a:gd name="connsiteY4" fmla="*/ 266700 h 266700"/>
                <a:gd name="connsiteX5" fmla="*/ 0 w 255269"/>
                <a:gd name="connsiteY5" fmla="*/ 266700 h 266700"/>
                <a:gd name="connsiteX6" fmla="*/ 91440 w 255269"/>
                <a:gd name="connsiteY6" fmla="*/ 128588 h 266700"/>
                <a:gd name="connsiteX7" fmla="*/ 6667 w 255269"/>
                <a:gd name="connsiteY7" fmla="*/ 0 h 266700"/>
                <a:gd name="connsiteX8" fmla="*/ 77152 w 255269"/>
                <a:gd name="connsiteY8" fmla="*/ 0 h 266700"/>
                <a:gd name="connsiteX9" fmla="*/ 127635 w 255269"/>
                <a:gd name="connsiteY9" fmla="*/ 81915 h 266700"/>
                <a:gd name="connsiteX10" fmla="*/ 128588 w 255269"/>
                <a:gd name="connsiteY10" fmla="*/ 81915 h 266700"/>
                <a:gd name="connsiteX11" fmla="*/ 178117 w 255269"/>
                <a:gd name="connsiteY11" fmla="*/ 0 h 266700"/>
                <a:gd name="connsiteX12" fmla="*/ 247650 w 255269"/>
                <a:gd name="connsiteY12" fmla="*/ 0 h 266700"/>
                <a:gd name="connsiteX13" fmla="*/ 163830 w 255269"/>
                <a:gd name="connsiteY13" fmla="*/ 127635 h 266700"/>
                <a:gd name="connsiteX14" fmla="*/ 255270 w 255269"/>
                <a:gd name="connsiteY14" fmla="*/ 26670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5269" h="266700">
                  <a:moveTo>
                    <a:pt x="255270" y="266700"/>
                  </a:moveTo>
                  <a:lnTo>
                    <a:pt x="183832" y="266700"/>
                  </a:lnTo>
                  <a:lnTo>
                    <a:pt x="126682" y="174307"/>
                  </a:lnTo>
                  <a:lnTo>
                    <a:pt x="125730" y="174307"/>
                  </a:lnTo>
                  <a:lnTo>
                    <a:pt x="70485" y="266700"/>
                  </a:lnTo>
                  <a:lnTo>
                    <a:pt x="0" y="266700"/>
                  </a:lnTo>
                  <a:lnTo>
                    <a:pt x="91440" y="128588"/>
                  </a:lnTo>
                  <a:lnTo>
                    <a:pt x="6667" y="0"/>
                  </a:lnTo>
                  <a:lnTo>
                    <a:pt x="77152" y="0"/>
                  </a:lnTo>
                  <a:lnTo>
                    <a:pt x="127635" y="81915"/>
                  </a:lnTo>
                  <a:lnTo>
                    <a:pt x="128588" y="81915"/>
                  </a:lnTo>
                  <a:lnTo>
                    <a:pt x="178117" y="0"/>
                  </a:lnTo>
                  <a:lnTo>
                    <a:pt x="247650" y="0"/>
                  </a:lnTo>
                  <a:lnTo>
                    <a:pt x="163830" y="127635"/>
                  </a:lnTo>
                  <a:lnTo>
                    <a:pt x="255270" y="26670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9" name="Freihandform: Form 153">
              <a:extLst>
                <a:ext uri="{FF2B5EF4-FFF2-40B4-BE49-F238E27FC236}">
                  <a16:creationId xmlns:a16="http://schemas.microsoft.com/office/drawing/2014/main" id="{BCB3E007-2012-514C-A600-68D355418C5F}"/>
                </a:ext>
              </a:extLst>
            </p:cNvPr>
            <p:cNvSpPr/>
            <p:nvPr/>
          </p:nvSpPr>
          <p:spPr>
            <a:xfrm>
              <a:off x="1669733" y="332795"/>
              <a:ext cx="75975" cy="93920"/>
            </a:xfrm>
            <a:custGeom>
              <a:avLst/>
              <a:gdLst>
                <a:gd name="connsiteX0" fmla="*/ 114317 w 225759"/>
                <a:gd name="connsiteY0" fmla="*/ 107632 h 279082"/>
                <a:gd name="connsiteX1" fmla="*/ 164799 w 225759"/>
                <a:gd name="connsiteY1" fmla="*/ 113347 h 279082"/>
                <a:gd name="connsiteX2" fmla="*/ 164799 w 225759"/>
                <a:gd name="connsiteY2" fmla="*/ 103822 h 279082"/>
                <a:gd name="connsiteX3" fmla="*/ 105744 w 225759"/>
                <a:gd name="connsiteY3" fmla="*/ 52388 h 279082"/>
                <a:gd name="connsiteX4" fmla="*/ 38117 w 225759"/>
                <a:gd name="connsiteY4" fmla="*/ 67628 h 279082"/>
                <a:gd name="connsiteX5" fmla="*/ 24782 w 225759"/>
                <a:gd name="connsiteY5" fmla="*/ 15240 h 279082"/>
                <a:gd name="connsiteX6" fmla="*/ 112412 w 225759"/>
                <a:gd name="connsiteY6" fmla="*/ 0 h 279082"/>
                <a:gd name="connsiteX7" fmla="*/ 225759 w 225759"/>
                <a:gd name="connsiteY7" fmla="*/ 102870 h 279082"/>
                <a:gd name="connsiteX8" fmla="*/ 225759 w 225759"/>
                <a:gd name="connsiteY8" fmla="*/ 273368 h 279082"/>
                <a:gd name="connsiteX9" fmla="*/ 166704 w 225759"/>
                <a:gd name="connsiteY9" fmla="*/ 273368 h 279082"/>
                <a:gd name="connsiteX10" fmla="*/ 166704 w 225759"/>
                <a:gd name="connsiteY10" fmla="*/ 244793 h 279082"/>
                <a:gd name="connsiteX11" fmla="*/ 165752 w 225759"/>
                <a:gd name="connsiteY11" fmla="*/ 244793 h 279082"/>
                <a:gd name="connsiteX12" fmla="*/ 87647 w 225759"/>
                <a:gd name="connsiteY12" fmla="*/ 279083 h 279082"/>
                <a:gd name="connsiteX13" fmla="*/ 17 w 225759"/>
                <a:gd name="connsiteY13" fmla="*/ 194310 h 279082"/>
                <a:gd name="connsiteX14" fmla="*/ 114317 w 225759"/>
                <a:gd name="connsiteY14" fmla="*/ 107632 h 279082"/>
                <a:gd name="connsiteX15" fmla="*/ 103839 w 225759"/>
                <a:gd name="connsiteY15" fmla="*/ 232410 h 279082"/>
                <a:gd name="connsiteX16" fmla="*/ 164799 w 225759"/>
                <a:gd name="connsiteY16" fmla="*/ 200025 h 279082"/>
                <a:gd name="connsiteX17" fmla="*/ 164799 w 225759"/>
                <a:gd name="connsiteY17" fmla="*/ 154305 h 279082"/>
                <a:gd name="connsiteX18" fmla="*/ 120984 w 225759"/>
                <a:gd name="connsiteY18" fmla="*/ 149543 h 279082"/>
                <a:gd name="connsiteX19" fmla="*/ 59072 w 225759"/>
                <a:gd name="connsiteY19" fmla="*/ 193358 h 279082"/>
                <a:gd name="connsiteX20" fmla="*/ 103839 w 225759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5759" h="279082">
                  <a:moveTo>
                    <a:pt x="114317" y="107632"/>
                  </a:moveTo>
                  <a:cubicBezTo>
                    <a:pt x="131462" y="107632"/>
                    <a:pt x="147654" y="108585"/>
                    <a:pt x="164799" y="113347"/>
                  </a:cubicBezTo>
                  <a:lnTo>
                    <a:pt x="164799" y="103822"/>
                  </a:lnTo>
                  <a:cubicBezTo>
                    <a:pt x="164799" y="69532"/>
                    <a:pt x="144797" y="52388"/>
                    <a:pt x="105744" y="52388"/>
                  </a:cubicBezTo>
                  <a:cubicBezTo>
                    <a:pt x="83837" y="52388"/>
                    <a:pt x="60024" y="57150"/>
                    <a:pt x="38117" y="67628"/>
                  </a:cubicBezTo>
                  <a:lnTo>
                    <a:pt x="24782" y="15240"/>
                  </a:lnTo>
                  <a:cubicBezTo>
                    <a:pt x="49547" y="5715"/>
                    <a:pt x="81932" y="0"/>
                    <a:pt x="112412" y="0"/>
                  </a:cubicBezTo>
                  <a:cubicBezTo>
                    <a:pt x="187659" y="0"/>
                    <a:pt x="225759" y="35243"/>
                    <a:pt x="225759" y="102870"/>
                  </a:cubicBezTo>
                  <a:lnTo>
                    <a:pt x="225759" y="273368"/>
                  </a:lnTo>
                  <a:lnTo>
                    <a:pt x="166704" y="273368"/>
                  </a:lnTo>
                  <a:lnTo>
                    <a:pt x="166704" y="244793"/>
                  </a:lnTo>
                  <a:lnTo>
                    <a:pt x="165752" y="244793"/>
                  </a:lnTo>
                  <a:cubicBezTo>
                    <a:pt x="142892" y="268605"/>
                    <a:pt x="119079" y="279083"/>
                    <a:pt x="87647" y="279083"/>
                  </a:cubicBezTo>
                  <a:cubicBezTo>
                    <a:pt x="34307" y="279083"/>
                    <a:pt x="17" y="245745"/>
                    <a:pt x="17" y="194310"/>
                  </a:cubicBezTo>
                  <a:cubicBezTo>
                    <a:pt x="-936" y="138113"/>
                    <a:pt x="39069" y="107632"/>
                    <a:pt x="114317" y="107632"/>
                  </a:cubicBezTo>
                  <a:close/>
                  <a:moveTo>
                    <a:pt x="103839" y="232410"/>
                  </a:moveTo>
                  <a:cubicBezTo>
                    <a:pt x="126699" y="232410"/>
                    <a:pt x="147654" y="220980"/>
                    <a:pt x="164799" y="200025"/>
                  </a:cubicBezTo>
                  <a:lnTo>
                    <a:pt x="164799" y="154305"/>
                  </a:lnTo>
                  <a:cubicBezTo>
                    <a:pt x="150512" y="150495"/>
                    <a:pt x="135272" y="149543"/>
                    <a:pt x="120984" y="149543"/>
                  </a:cubicBezTo>
                  <a:cubicBezTo>
                    <a:pt x="81932" y="149543"/>
                    <a:pt x="59072" y="164783"/>
                    <a:pt x="59072" y="193358"/>
                  </a:cubicBezTo>
                  <a:cubicBezTo>
                    <a:pt x="59072" y="217170"/>
                    <a:pt x="76217" y="232410"/>
                    <a:pt x="103839" y="23241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0" name="Freihandform: Form 154">
              <a:extLst>
                <a:ext uri="{FF2B5EF4-FFF2-40B4-BE49-F238E27FC236}">
                  <a16:creationId xmlns:a16="http://schemas.microsoft.com/office/drawing/2014/main" id="{529928D8-492E-5242-8AE3-23BB578069F8}"/>
                </a:ext>
              </a:extLst>
            </p:cNvPr>
            <p:cNvSpPr/>
            <p:nvPr/>
          </p:nvSpPr>
          <p:spPr>
            <a:xfrm>
              <a:off x="1772314" y="332795"/>
              <a:ext cx="77252" cy="91997"/>
            </a:xfrm>
            <a:custGeom>
              <a:avLst/>
              <a:gdLst>
                <a:gd name="connsiteX0" fmla="*/ 229553 w 229552"/>
                <a:gd name="connsiteY0" fmla="*/ 272415 h 273367"/>
                <a:gd name="connsiteX1" fmla="*/ 166688 w 229552"/>
                <a:gd name="connsiteY1" fmla="*/ 272415 h 273367"/>
                <a:gd name="connsiteX2" fmla="*/ 166688 w 229552"/>
                <a:gd name="connsiteY2" fmla="*/ 120015 h 273367"/>
                <a:gd name="connsiteX3" fmla="*/ 117157 w 229552"/>
                <a:gd name="connsiteY3" fmla="*/ 55245 h 273367"/>
                <a:gd name="connsiteX4" fmla="*/ 61913 w 229552"/>
                <a:gd name="connsiteY4" fmla="*/ 120015 h 273367"/>
                <a:gd name="connsiteX5" fmla="*/ 61913 w 229552"/>
                <a:gd name="connsiteY5" fmla="*/ 273368 h 273367"/>
                <a:gd name="connsiteX6" fmla="*/ 0 w 229552"/>
                <a:gd name="connsiteY6" fmla="*/ 273368 h 273367"/>
                <a:gd name="connsiteX7" fmla="*/ 0 w 229552"/>
                <a:gd name="connsiteY7" fmla="*/ 6668 h 273367"/>
                <a:gd name="connsiteX8" fmla="*/ 61913 w 229552"/>
                <a:gd name="connsiteY8" fmla="*/ 6668 h 273367"/>
                <a:gd name="connsiteX9" fmla="*/ 61913 w 229552"/>
                <a:gd name="connsiteY9" fmla="*/ 39053 h 273367"/>
                <a:gd name="connsiteX10" fmla="*/ 62865 w 229552"/>
                <a:gd name="connsiteY10" fmla="*/ 39053 h 273367"/>
                <a:gd name="connsiteX11" fmla="*/ 140970 w 229552"/>
                <a:gd name="connsiteY11" fmla="*/ 0 h 273367"/>
                <a:gd name="connsiteX12" fmla="*/ 228600 w 229552"/>
                <a:gd name="connsiteY12" fmla="*/ 107632 h 273367"/>
                <a:gd name="connsiteX13" fmla="*/ 228600 w 229552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9552" h="273367">
                  <a:moveTo>
                    <a:pt x="229553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7" y="55245"/>
                    <a:pt x="117157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7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1" name="Freihandform: Form 155">
              <a:extLst>
                <a:ext uri="{FF2B5EF4-FFF2-40B4-BE49-F238E27FC236}">
                  <a16:creationId xmlns:a16="http://schemas.microsoft.com/office/drawing/2014/main" id="{5FCA00F1-36E0-AC4C-B786-AC6CF694DA4B}"/>
                </a:ext>
              </a:extLst>
            </p:cNvPr>
            <p:cNvSpPr/>
            <p:nvPr/>
          </p:nvSpPr>
          <p:spPr>
            <a:xfrm>
              <a:off x="1871684" y="293688"/>
              <a:ext cx="83663" cy="133347"/>
            </a:xfrm>
            <a:custGeom>
              <a:avLst/>
              <a:gdLst>
                <a:gd name="connsiteX0" fmla="*/ 0 w 248602"/>
                <a:gd name="connsiteY0" fmla="*/ 255270 h 396239"/>
                <a:gd name="connsiteX1" fmla="*/ 108585 w 248602"/>
                <a:gd name="connsiteY1" fmla="*/ 116205 h 396239"/>
                <a:gd name="connsiteX2" fmla="*/ 185738 w 248602"/>
                <a:gd name="connsiteY2" fmla="*/ 152400 h 396239"/>
                <a:gd name="connsiteX3" fmla="*/ 186690 w 248602"/>
                <a:gd name="connsiteY3" fmla="*/ 152400 h 396239"/>
                <a:gd name="connsiteX4" fmla="*/ 186690 w 248602"/>
                <a:gd name="connsiteY4" fmla="*/ 15240 h 396239"/>
                <a:gd name="connsiteX5" fmla="*/ 248603 w 248602"/>
                <a:gd name="connsiteY5" fmla="*/ 0 h 396239"/>
                <a:gd name="connsiteX6" fmla="*/ 248603 w 248602"/>
                <a:gd name="connsiteY6" fmla="*/ 389573 h 396239"/>
                <a:gd name="connsiteX7" fmla="*/ 187643 w 248602"/>
                <a:gd name="connsiteY7" fmla="*/ 389573 h 396239"/>
                <a:gd name="connsiteX8" fmla="*/ 187643 w 248602"/>
                <a:gd name="connsiteY8" fmla="*/ 358140 h 396239"/>
                <a:gd name="connsiteX9" fmla="*/ 186690 w 248602"/>
                <a:gd name="connsiteY9" fmla="*/ 358140 h 396239"/>
                <a:gd name="connsiteX10" fmla="*/ 106680 w 248602"/>
                <a:gd name="connsiteY10" fmla="*/ 396240 h 396239"/>
                <a:gd name="connsiteX11" fmla="*/ 0 w 248602"/>
                <a:gd name="connsiteY11" fmla="*/ 255270 h 396239"/>
                <a:gd name="connsiteX12" fmla="*/ 61913 w 248602"/>
                <a:gd name="connsiteY12" fmla="*/ 255270 h 396239"/>
                <a:gd name="connsiteX13" fmla="*/ 123825 w 248602"/>
                <a:gd name="connsiteY13" fmla="*/ 340995 h 396239"/>
                <a:gd name="connsiteX14" fmla="*/ 187643 w 248602"/>
                <a:gd name="connsiteY14" fmla="*/ 305753 h 396239"/>
                <a:gd name="connsiteX15" fmla="*/ 187643 w 248602"/>
                <a:gd name="connsiteY15" fmla="*/ 207645 h 396239"/>
                <a:gd name="connsiteX16" fmla="*/ 123825 w 248602"/>
                <a:gd name="connsiteY16" fmla="*/ 172402 h 396239"/>
                <a:gd name="connsiteX17" fmla="*/ 61913 w 248602"/>
                <a:gd name="connsiteY17" fmla="*/ 255270 h 39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48602" h="396239">
                  <a:moveTo>
                    <a:pt x="0" y="255270"/>
                  </a:moveTo>
                  <a:cubicBezTo>
                    <a:pt x="0" y="169545"/>
                    <a:pt x="43815" y="116205"/>
                    <a:pt x="108585" y="116205"/>
                  </a:cubicBezTo>
                  <a:cubicBezTo>
                    <a:pt x="141922" y="116205"/>
                    <a:pt x="168593" y="130493"/>
                    <a:pt x="185738" y="152400"/>
                  </a:cubicBezTo>
                  <a:lnTo>
                    <a:pt x="186690" y="152400"/>
                  </a:lnTo>
                  <a:lnTo>
                    <a:pt x="186690" y="15240"/>
                  </a:lnTo>
                  <a:lnTo>
                    <a:pt x="248603" y="0"/>
                  </a:lnTo>
                  <a:lnTo>
                    <a:pt x="248603" y="389573"/>
                  </a:lnTo>
                  <a:lnTo>
                    <a:pt x="187643" y="389573"/>
                  </a:lnTo>
                  <a:lnTo>
                    <a:pt x="187643" y="358140"/>
                  </a:lnTo>
                  <a:lnTo>
                    <a:pt x="186690" y="358140"/>
                  </a:lnTo>
                  <a:cubicBezTo>
                    <a:pt x="167640" y="381953"/>
                    <a:pt x="140018" y="396240"/>
                    <a:pt x="106680" y="396240"/>
                  </a:cubicBezTo>
                  <a:cubicBezTo>
                    <a:pt x="43815" y="395288"/>
                    <a:pt x="0" y="340995"/>
                    <a:pt x="0" y="255270"/>
                  </a:cubicBezTo>
                  <a:close/>
                  <a:moveTo>
                    <a:pt x="61913" y="255270"/>
                  </a:moveTo>
                  <a:cubicBezTo>
                    <a:pt x="61913" y="309563"/>
                    <a:pt x="84772" y="340995"/>
                    <a:pt x="123825" y="340995"/>
                  </a:cubicBezTo>
                  <a:cubicBezTo>
                    <a:pt x="147638" y="340995"/>
                    <a:pt x="167640" y="329565"/>
                    <a:pt x="187643" y="305753"/>
                  </a:cubicBezTo>
                  <a:lnTo>
                    <a:pt x="187643" y="207645"/>
                  </a:lnTo>
                  <a:cubicBezTo>
                    <a:pt x="169545" y="183833"/>
                    <a:pt x="149543" y="172402"/>
                    <a:pt x="123825" y="172402"/>
                  </a:cubicBezTo>
                  <a:cubicBezTo>
                    <a:pt x="82868" y="172402"/>
                    <a:pt x="61913" y="201930"/>
                    <a:pt x="61913" y="25527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2" name="Freihandform: Form 156">
              <a:extLst>
                <a:ext uri="{FF2B5EF4-FFF2-40B4-BE49-F238E27FC236}">
                  <a16:creationId xmlns:a16="http://schemas.microsoft.com/office/drawing/2014/main" id="{178FD153-3CA3-D44F-B117-26D1F6968BCA}"/>
                </a:ext>
              </a:extLst>
            </p:cNvPr>
            <p:cNvSpPr/>
            <p:nvPr/>
          </p:nvSpPr>
          <p:spPr>
            <a:xfrm>
              <a:off x="1978106" y="332795"/>
              <a:ext cx="81739" cy="93920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3 h 279082"/>
                <a:gd name="connsiteX7" fmla="*/ 198120 w 242887"/>
                <a:gd name="connsiteY7" fmla="*/ 194310 h 279082"/>
                <a:gd name="connsiteX8" fmla="*/ 237172 w 242887"/>
                <a:gd name="connsiteY8" fmla="*/ 235268 h 279082"/>
                <a:gd name="connsiteX9" fmla="*/ 132397 w 242887"/>
                <a:gd name="connsiteY9" fmla="*/ 279083 h 279082"/>
                <a:gd name="connsiteX10" fmla="*/ 62865 w 242887"/>
                <a:gd name="connsiteY10" fmla="*/ 115253 h 279082"/>
                <a:gd name="connsiteX11" fmla="*/ 183832 w 242887"/>
                <a:gd name="connsiteY11" fmla="*/ 115253 h 279082"/>
                <a:gd name="connsiteX12" fmla="*/ 124777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3"/>
                    <a:pt x="132397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2" y="235268"/>
                  </a:lnTo>
                  <a:cubicBezTo>
                    <a:pt x="206693" y="264795"/>
                    <a:pt x="172402" y="279083"/>
                    <a:pt x="132397" y="279083"/>
                  </a:cubicBezTo>
                  <a:close/>
                  <a:moveTo>
                    <a:pt x="62865" y="115253"/>
                  </a:moveTo>
                  <a:lnTo>
                    <a:pt x="183832" y="115253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90488" y="50482"/>
                    <a:pt x="67627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3" name="Freihandform: Form 157">
              <a:extLst>
                <a:ext uri="{FF2B5EF4-FFF2-40B4-BE49-F238E27FC236}">
                  <a16:creationId xmlns:a16="http://schemas.microsoft.com/office/drawing/2014/main" id="{93B92508-965C-1540-B9A0-26AECEBDD043}"/>
                </a:ext>
              </a:extLst>
            </p:cNvPr>
            <p:cNvSpPr/>
            <p:nvPr/>
          </p:nvSpPr>
          <p:spPr>
            <a:xfrm>
              <a:off x="2083566" y="332713"/>
              <a:ext cx="53852" cy="91758"/>
            </a:xfrm>
            <a:custGeom>
              <a:avLst/>
              <a:gdLst>
                <a:gd name="connsiteX0" fmla="*/ 160020 w 160020"/>
                <a:gd name="connsiteY0" fmla="*/ 5005 h 272657"/>
                <a:gd name="connsiteX1" fmla="*/ 150495 w 160020"/>
                <a:gd name="connsiteY1" fmla="*/ 68823 h 272657"/>
                <a:gd name="connsiteX2" fmla="*/ 116205 w 160020"/>
                <a:gd name="connsiteY2" fmla="*/ 60250 h 272657"/>
                <a:gd name="connsiteX3" fmla="*/ 61913 w 160020"/>
                <a:gd name="connsiteY3" fmla="*/ 135498 h 272657"/>
                <a:gd name="connsiteX4" fmla="*/ 61913 w 160020"/>
                <a:gd name="connsiteY4" fmla="*/ 272658 h 272657"/>
                <a:gd name="connsiteX5" fmla="*/ 0 w 160020"/>
                <a:gd name="connsiteY5" fmla="*/ 272658 h 272657"/>
                <a:gd name="connsiteX6" fmla="*/ 0 w 160020"/>
                <a:gd name="connsiteY6" fmla="*/ 5958 h 272657"/>
                <a:gd name="connsiteX7" fmla="*/ 60960 w 160020"/>
                <a:gd name="connsiteY7" fmla="*/ 5958 h 272657"/>
                <a:gd name="connsiteX8" fmla="*/ 60960 w 160020"/>
                <a:gd name="connsiteY8" fmla="*/ 40248 h 272657"/>
                <a:gd name="connsiteX9" fmla="*/ 61913 w 160020"/>
                <a:gd name="connsiteY9" fmla="*/ 40248 h 272657"/>
                <a:gd name="connsiteX10" fmla="*/ 131445 w 160020"/>
                <a:gd name="connsiteY10" fmla="*/ 243 h 272657"/>
                <a:gd name="connsiteX11" fmla="*/ 160020 w 160020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20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2" name="Freihandform: Form 158">
              <a:extLst>
                <a:ext uri="{FF2B5EF4-FFF2-40B4-BE49-F238E27FC236}">
                  <a16:creationId xmlns:a16="http://schemas.microsoft.com/office/drawing/2014/main" id="{3A9D7023-2AF7-8B40-B08F-D254AB4F969E}"/>
                </a:ext>
              </a:extLst>
            </p:cNvPr>
            <p:cNvSpPr/>
            <p:nvPr/>
          </p:nvSpPr>
          <p:spPr>
            <a:xfrm>
              <a:off x="2150561" y="359721"/>
              <a:ext cx="43915" cy="19874"/>
            </a:xfrm>
            <a:custGeom>
              <a:avLst/>
              <a:gdLst>
                <a:gd name="connsiteX0" fmla="*/ 130493 w 130492"/>
                <a:gd name="connsiteY0" fmla="*/ 59055 h 59055"/>
                <a:gd name="connsiteX1" fmla="*/ 0 w 130492"/>
                <a:gd name="connsiteY1" fmla="*/ 59055 h 59055"/>
                <a:gd name="connsiteX2" fmla="*/ 0 w 130492"/>
                <a:gd name="connsiteY2" fmla="*/ 0 h 59055"/>
                <a:gd name="connsiteX3" fmla="*/ 130493 w 130492"/>
                <a:gd name="connsiteY3" fmla="*/ 0 h 59055"/>
                <a:gd name="connsiteX4" fmla="*/ 130493 w 130492"/>
                <a:gd name="connsiteY4" fmla="*/ 59055 h 59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492" h="59055">
                  <a:moveTo>
                    <a:pt x="130493" y="59055"/>
                  </a:moveTo>
                  <a:lnTo>
                    <a:pt x="0" y="59055"/>
                  </a:lnTo>
                  <a:lnTo>
                    <a:pt x="0" y="0"/>
                  </a:lnTo>
                  <a:lnTo>
                    <a:pt x="130493" y="0"/>
                  </a:lnTo>
                  <a:lnTo>
                    <a:pt x="130493" y="5905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3" name="Freihandform: Form 159">
              <a:extLst>
                <a:ext uri="{FF2B5EF4-FFF2-40B4-BE49-F238E27FC236}">
                  <a16:creationId xmlns:a16="http://schemas.microsoft.com/office/drawing/2014/main" id="{7045ED91-BA25-E546-A1C7-5D4D3FEC48DB}"/>
                </a:ext>
              </a:extLst>
            </p:cNvPr>
            <p:cNvSpPr/>
            <p:nvPr/>
          </p:nvSpPr>
          <p:spPr>
            <a:xfrm>
              <a:off x="2221081" y="300420"/>
              <a:ext cx="97126" cy="126295"/>
            </a:xfrm>
            <a:custGeom>
              <a:avLst/>
              <a:gdLst>
                <a:gd name="connsiteX0" fmla="*/ 288607 w 288607"/>
                <a:gd name="connsiteY0" fmla="*/ 222885 h 375284"/>
                <a:gd name="connsiteX1" fmla="*/ 143827 w 288607"/>
                <a:gd name="connsiteY1" fmla="*/ 375285 h 375284"/>
                <a:gd name="connsiteX2" fmla="*/ 0 w 288607"/>
                <a:gd name="connsiteY2" fmla="*/ 222885 h 375284"/>
                <a:gd name="connsiteX3" fmla="*/ 0 w 288607"/>
                <a:gd name="connsiteY3" fmla="*/ 0 h 375284"/>
                <a:gd name="connsiteX4" fmla="*/ 66675 w 288607"/>
                <a:gd name="connsiteY4" fmla="*/ 0 h 375284"/>
                <a:gd name="connsiteX5" fmla="*/ 66675 w 288607"/>
                <a:gd name="connsiteY5" fmla="*/ 219075 h 375284"/>
                <a:gd name="connsiteX6" fmla="*/ 144780 w 288607"/>
                <a:gd name="connsiteY6" fmla="*/ 312420 h 375284"/>
                <a:gd name="connsiteX7" fmla="*/ 220980 w 288607"/>
                <a:gd name="connsiteY7" fmla="*/ 219075 h 375284"/>
                <a:gd name="connsiteX8" fmla="*/ 220980 w 288607"/>
                <a:gd name="connsiteY8" fmla="*/ 0 h 375284"/>
                <a:gd name="connsiteX9" fmla="*/ 287655 w 288607"/>
                <a:gd name="connsiteY9" fmla="*/ 0 h 375284"/>
                <a:gd name="connsiteX10" fmla="*/ 287655 w 288607"/>
                <a:gd name="connsiteY10" fmla="*/ 222885 h 375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607" h="375284">
                  <a:moveTo>
                    <a:pt x="288607" y="222885"/>
                  </a:moveTo>
                  <a:cubicBezTo>
                    <a:pt x="288607" y="311468"/>
                    <a:pt x="242888" y="375285"/>
                    <a:pt x="143827" y="375285"/>
                  </a:cubicBezTo>
                  <a:cubicBezTo>
                    <a:pt x="45720" y="375285"/>
                    <a:pt x="0" y="312420"/>
                    <a:pt x="0" y="222885"/>
                  </a:cubicBezTo>
                  <a:lnTo>
                    <a:pt x="0" y="0"/>
                  </a:lnTo>
                  <a:lnTo>
                    <a:pt x="66675" y="0"/>
                  </a:lnTo>
                  <a:lnTo>
                    <a:pt x="66675" y="219075"/>
                  </a:lnTo>
                  <a:cubicBezTo>
                    <a:pt x="66675" y="274320"/>
                    <a:pt x="90488" y="312420"/>
                    <a:pt x="144780" y="312420"/>
                  </a:cubicBezTo>
                  <a:cubicBezTo>
                    <a:pt x="199073" y="312420"/>
                    <a:pt x="220980" y="275272"/>
                    <a:pt x="220980" y="219075"/>
                  </a:cubicBezTo>
                  <a:lnTo>
                    <a:pt x="220980" y="0"/>
                  </a:lnTo>
                  <a:lnTo>
                    <a:pt x="287655" y="0"/>
                  </a:lnTo>
                  <a:lnTo>
                    <a:pt x="287655" y="22288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4" name="Freihandform: Form 160">
              <a:extLst>
                <a:ext uri="{FF2B5EF4-FFF2-40B4-BE49-F238E27FC236}">
                  <a16:creationId xmlns:a16="http://schemas.microsoft.com/office/drawing/2014/main" id="{6D0110B7-F6CB-3640-8FE9-B25038375C95}"/>
                </a:ext>
              </a:extLst>
            </p:cNvPr>
            <p:cNvSpPr/>
            <p:nvPr/>
          </p:nvSpPr>
          <p:spPr>
            <a:xfrm>
              <a:off x="2346415" y="332795"/>
              <a:ext cx="76931" cy="9199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8 h 273367"/>
                <a:gd name="connsiteX6" fmla="*/ 0 w 228600"/>
                <a:gd name="connsiteY6" fmla="*/ 273368 h 273367"/>
                <a:gd name="connsiteX7" fmla="*/ 0 w 228600"/>
                <a:gd name="connsiteY7" fmla="*/ 6668 h 273367"/>
                <a:gd name="connsiteX8" fmla="*/ 61913 w 228600"/>
                <a:gd name="connsiteY8" fmla="*/ 6668 h 273367"/>
                <a:gd name="connsiteX9" fmla="*/ 61913 w 228600"/>
                <a:gd name="connsiteY9" fmla="*/ 39053 h 273367"/>
                <a:gd name="connsiteX10" fmla="*/ 62865 w 228600"/>
                <a:gd name="connsiteY10" fmla="*/ 39053 h 273367"/>
                <a:gd name="connsiteX11" fmla="*/ 140970 w 228600"/>
                <a:gd name="connsiteY11" fmla="*/ 0 h 273367"/>
                <a:gd name="connsiteX12" fmla="*/ 228600 w 228600"/>
                <a:gd name="connsiteY12" fmla="*/ 107632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8"/>
                  </a:lnTo>
                  <a:lnTo>
                    <a:pt x="0" y="273368"/>
                  </a:lnTo>
                  <a:lnTo>
                    <a:pt x="0" y="6668"/>
                  </a:lnTo>
                  <a:lnTo>
                    <a:pt x="61913" y="6668"/>
                  </a:lnTo>
                  <a:lnTo>
                    <a:pt x="61913" y="39053"/>
                  </a:lnTo>
                  <a:lnTo>
                    <a:pt x="62865" y="39053"/>
                  </a:lnTo>
                  <a:cubicBezTo>
                    <a:pt x="79058" y="15240"/>
                    <a:pt x="106680" y="0"/>
                    <a:pt x="140970" y="0"/>
                  </a:cubicBezTo>
                  <a:cubicBezTo>
                    <a:pt x="201930" y="0"/>
                    <a:pt x="228600" y="44768"/>
                    <a:pt x="228600" y="107632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5" name="Freihandform: Form 161">
              <a:extLst>
                <a:ext uri="{FF2B5EF4-FFF2-40B4-BE49-F238E27FC236}">
                  <a16:creationId xmlns:a16="http://schemas.microsoft.com/office/drawing/2014/main" id="{C7CA29C6-CD96-144E-86C2-3E2DF67DDD5C}"/>
                </a:ext>
              </a:extLst>
            </p:cNvPr>
            <p:cNvSpPr/>
            <p:nvPr/>
          </p:nvSpPr>
          <p:spPr>
            <a:xfrm>
              <a:off x="2447067" y="294971"/>
              <a:ext cx="26605" cy="129501"/>
            </a:xfrm>
            <a:custGeom>
              <a:avLst/>
              <a:gdLst>
                <a:gd name="connsiteX0" fmla="*/ 79057 w 79057"/>
                <a:gd name="connsiteY0" fmla="*/ 38100 h 384810"/>
                <a:gd name="connsiteX1" fmla="*/ 39052 w 79057"/>
                <a:gd name="connsiteY1" fmla="*/ 76200 h 384810"/>
                <a:gd name="connsiteX2" fmla="*/ 0 w 79057"/>
                <a:gd name="connsiteY2" fmla="*/ 38100 h 384810"/>
                <a:gd name="connsiteX3" fmla="*/ 39052 w 79057"/>
                <a:gd name="connsiteY3" fmla="*/ 0 h 384810"/>
                <a:gd name="connsiteX4" fmla="*/ 79057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7" y="38100"/>
                  </a:moveTo>
                  <a:cubicBezTo>
                    <a:pt x="79057" y="60007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2" y="0"/>
                  </a:cubicBezTo>
                  <a:cubicBezTo>
                    <a:pt x="60960" y="0"/>
                    <a:pt x="79057" y="16193"/>
                    <a:pt x="79057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6" name="Freihandform: Form 162">
              <a:extLst>
                <a:ext uri="{FF2B5EF4-FFF2-40B4-BE49-F238E27FC236}">
                  <a16:creationId xmlns:a16="http://schemas.microsoft.com/office/drawing/2014/main" id="{2268CFFC-7CF3-9048-B043-839FE934EB19}"/>
                </a:ext>
              </a:extLst>
            </p:cNvPr>
            <p:cNvSpPr/>
            <p:nvPr/>
          </p:nvSpPr>
          <p:spPr>
            <a:xfrm>
              <a:off x="2488418" y="335039"/>
              <a:ext cx="87189" cy="89753"/>
            </a:xfrm>
            <a:custGeom>
              <a:avLst/>
              <a:gdLst>
                <a:gd name="connsiteX0" fmla="*/ 259080 w 259079"/>
                <a:gd name="connsiteY0" fmla="*/ 0 h 266700"/>
                <a:gd name="connsiteX1" fmla="*/ 161925 w 259079"/>
                <a:gd name="connsiteY1" fmla="*/ 266700 h 266700"/>
                <a:gd name="connsiteX2" fmla="*/ 97155 w 259079"/>
                <a:gd name="connsiteY2" fmla="*/ 266700 h 266700"/>
                <a:gd name="connsiteX3" fmla="*/ 0 w 259079"/>
                <a:gd name="connsiteY3" fmla="*/ 0 h 266700"/>
                <a:gd name="connsiteX4" fmla="*/ 68580 w 259079"/>
                <a:gd name="connsiteY4" fmla="*/ 0 h 266700"/>
                <a:gd name="connsiteX5" fmla="*/ 129540 w 259079"/>
                <a:gd name="connsiteY5" fmla="*/ 193358 h 266700"/>
                <a:gd name="connsiteX6" fmla="*/ 130492 w 259079"/>
                <a:gd name="connsiteY6" fmla="*/ 193358 h 266700"/>
                <a:gd name="connsiteX7" fmla="*/ 191452 w 259079"/>
                <a:gd name="connsiteY7" fmla="*/ 0 h 266700"/>
                <a:gd name="connsiteX8" fmla="*/ 259080 w 259079"/>
                <a:gd name="connsiteY8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9079" h="266700">
                  <a:moveTo>
                    <a:pt x="259080" y="0"/>
                  </a:moveTo>
                  <a:lnTo>
                    <a:pt x="161925" y="266700"/>
                  </a:lnTo>
                  <a:lnTo>
                    <a:pt x="97155" y="266700"/>
                  </a:lnTo>
                  <a:lnTo>
                    <a:pt x="0" y="0"/>
                  </a:lnTo>
                  <a:lnTo>
                    <a:pt x="68580" y="0"/>
                  </a:lnTo>
                  <a:lnTo>
                    <a:pt x="129540" y="193358"/>
                  </a:lnTo>
                  <a:lnTo>
                    <a:pt x="130492" y="193358"/>
                  </a:lnTo>
                  <a:lnTo>
                    <a:pt x="191452" y="0"/>
                  </a:lnTo>
                  <a:lnTo>
                    <a:pt x="259080" y="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7" name="Freihandform: Form 163">
              <a:extLst>
                <a:ext uri="{FF2B5EF4-FFF2-40B4-BE49-F238E27FC236}">
                  <a16:creationId xmlns:a16="http://schemas.microsoft.com/office/drawing/2014/main" id="{CAEF70A9-65E4-F44D-9E40-02F37AC7C71D}"/>
                </a:ext>
              </a:extLst>
            </p:cNvPr>
            <p:cNvSpPr/>
            <p:nvPr/>
          </p:nvSpPr>
          <p:spPr>
            <a:xfrm>
              <a:off x="2585223" y="332795"/>
              <a:ext cx="81739" cy="93920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8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8 w 242887"/>
                <a:gd name="connsiteY6" fmla="*/ 225743 h 279082"/>
                <a:gd name="connsiteX7" fmla="*/ 198120 w 242887"/>
                <a:gd name="connsiteY7" fmla="*/ 194310 h 279082"/>
                <a:gd name="connsiteX8" fmla="*/ 237173 w 242887"/>
                <a:gd name="connsiteY8" fmla="*/ 235268 h 279082"/>
                <a:gd name="connsiteX9" fmla="*/ 132398 w 242887"/>
                <a:gd name="connsiteY9" fmla="*/ 279083 h 279082"/>
                <a:gd name="connsiteX10" fmla="*/ 62865 w 242887"/>
                <a:gd name="connsiteY10" fmla="*/ 115253 h 279082"/>
                <a:gd name="connsiteX11" fmla="*/ 183833 w 242887"/>
                <a:gd name="connsiteY11" fmla="*/ 115253 h 279082"/>
                <a:gd name="connsiteX12" fmla="*/ 124778 w 242887"/>
                <a:gd name="connsiteY12" fmla="*/ 50482 h 279082"/>
                <a:gd name="connsiteX13" fmla="*/ 62865 w 242887"/>
                <a:gd name="connsiteY13" fmla="*/ 115253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8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8"/>
                    <a:pt x="241935" y="153353"/>
                    <a:pt x="241935" y="160972"/>
                  </a:cubicBezTo>
                  <a:lnTo>
                    <a:pt x="62865" y="160972"/>
                  </a:lnTo>
                  <a:cubicBezTo>
                    <a:pt x="69533" y="201930"/>
                    <a:pt x="94298" y="225743"/>
                    <a:pt x="132398" y="225743"/>
                  </a:cubicBezTo>
                  <a:cubicBezTo>
                    <a:pt x="157163" y="225743"/>
                    <a:pt x="177165" y="216218"/>
                    <a:pt x="198120" y="194310"/>
                  </a:cubicBezTo>
                  <a:lnTo>
                    <a:pt x="237173" y="235268"/>
                  </a:lnTo>
                  <a:cubicBezTo>
                    <a:pt x="206693" y="264795"/>
                    <a:pt x="173355" y="279083"/>
                    <a:pt x="132398" y="279083"/>
                  </a:cubicBezTo>
                  <a:close/>
                  <a:moveTo>
                    <a:pt x="62865" y="115253"/>
                  </a:moveTo>
                  <a:lnTo>
                    <a:pt x="183833" y="115253"/>
                  </a:lnTo>
                  <a:cubicBezTo>
                    <a:pt x="180975" y="74295"/>
                    <a:pt x="160020" y="50482"/>
                    <a:pt x="124778" y="50482"/>
                  </a:cubicBezTo>
                  <a:cubicBezTo>
                    <a:pt x="90488" y="50482"/>
                    <a:pt x="68580" y="74295"/>
                    <a:pt x="62865" y="115253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8" name="Freihandform: Form 165">
              <a:extLst>
                <a:ext uri="{FF2B5EF4-FFF2-40B4-BE49-F238E27FC236}">
                  <a16:creationId xmlns:a16="http://schemas.microsoft.com/office/drawing/2014/main" id="{3C83E927-BD76-CE47-B09D-7196BD528978}"/>
                </a:ext>
              </a:extLst>
            </p:cNvPr>
            <p:cNvSpPr/>
            <p:nvPr/>
          </p:nvSpPr>
          <p:spPr>
            <a:xfrm>
              <a:off x="2690683" y="332713"/>
              <a:ext cx="53852" cy="91758"/>
            </a:xfrm>
            <a:custGeom>
              <a:avLst/>
              <a:gdLst>
                <a:gd name="connsiteX0" fmla="*/ 160020 w 160019"/>
                <a:gd name="connsiteY0" fmla="*/ 5005 h 272657"/>
                <a:gd name="connsiteX1" fmla="*/ 150495 w 160019"/>
                <a:gd name="connsiteY1" fmla="*/ 68823 h 272657"/>
                <a:gd name="connsiteX2" fmla="*/ 116205 w 160019"/>
                <a:gd name="connsiteY2" fmla="*/ 60250 h 272657"/>
                <a:gd name="connsiteX3" fmla="*/ 61913 w 160019"/>
                <a:gd name="connsiteY3" fmla="*/ 135498 h 272657"/>
                <a:gd name="connsiteX4" fmla="*/ 61913 w 160019"/>
                <a:gd name="connsiteY4" fmla="*/ 272658 h 272657"/>
                <a:gd name="connsiteX5" fmla="*/ 0 w 160019"/>
                <a:gd name="connsiteY5" fmla="*/ 272658 h 272657"/>
                <a:gd name="connsiteX6" fmla="*/ 0 w 160019"/>
                <a:gd name="connsiteY6" fmla="*/ 5958 h 272657"/>
                <a:gd name="connsiteX7" fmla="*/ 60960 w 160019"/>
                <a:gd name="connsiteY7" fmla="*/ 5958 h 272657"/>
                <a:gd name="connsiteX8" fmla="*/ 60960 w 160019"/>
                <a:gd name="connsiteY8" fmla="*/ 40248 h 272657"/>
                <a:gd name="connsiteX9" fmla="*/ 61913 w 160019"/>
                <a:gd name="connsiteY9" fmla="*/ 40248 h 272657"/>
                <a:gd name="connsiteX10" fmla="*/ 131445 w 160019"/>
                <a:gd name="connsiteY10" fmla="*/ 243 h 272657"/>
                <a:gd name="connsiteX11" fmla="*/ 160020 w 160019"/>
                <a:gd name="connsiteY11" fmla="*/ 5005 h 272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0019" h="272657">
                  <a:moveTo>
                    <a:pt x="160020" y="5005"/>
                  </a:moveTo>
                  <a:lnTo>
                    <a:pt x="150495" y="68823"/>
                  </a:lnTo>
                  <a:cubicBezTo>
                    <a:pt x="140970" y="64060"/>
                    <a:pt x="129540" y="60250"/>
                    <a:pt x="116205" y="60250"/>
                  </a:cubicBezTo>
                  <a:cubicBezTo>
                    <a:pt x="73343" y="60250"/>
                    <a:pt x="61913" y="94540"/>
                    <a:pt x="61913" y="135498"/>
                  </a:cubicBezTo>
                  <a:lnTo>
                    <a:pt x="61913" y="272658"/>
                  </a:lnTo>
                  <a:lnTo>
                    <a:pt x="0" y="272658"/>
                  </a:lnTo>
                  <a:lnTo>
                    <a:pt x="0" y="5958"/>
                  </a:lnTo>
                  <a:lnTo>
                    <a:pt x="60960" y="5958"/>
                  </a:lnTo>
                  <a:lnTo>
                    <a:pt x="60960" y="40248"/>
                  </a:lnTo>
                  <a:lnTo>
                    <a:pt x="61913" y="40248"/>
                  </a:lnTo>
                  <a:cubicBezTo>
                    <a:pt x="76200" y="15483"/>
                    <a:pt x="100965" y="243"/>
                    <a:pt x="131445" y="243"/>
                  </a:cubicBezTo>
                  <a:cubicBezTo>
                    <a:pt x="140018" y="-710"/>
                    <a:pt x="150495" y="1195"/>
                    <a:pt x="160020" y="500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9" name="Freihandform: Form 166">
              <a:extLst>
                <a:ext uri="{FF2B5EF4-FFF2-40B4-BE49-F238E27FC236}">
                  <a16:creationId xmlns:a16="http://schemas.microsoft.com/office/drawing/2014/main" id="{5898C5DB-AD49-9A47-89FC-9C6BC605E5AF}"/>
                </a:ext>
              </a:extLst>
            </p:cNvPr>
            <p:cNvSpPr/>
            <p:nvPr/>
          </p:nvSpPr>
          <p:spPr>
            <a:xfrm>
              <a:off x="2754472" y="332474"/>
              <a:ext cx="69238" cy="94240"/>
            </a:xfrm>
            <a:custGeom>
              <a:avLst/>
              <a:gdLst>
                <a:gd name="connsiteX0" fmla="*/ 29527 w 205739"/>
                <a:gd name="connsiteY0" fmla="*/ 198120 h 280034"/>
                <a:gd name="connsiteX1" fmla="*/ 104775 w 205739"/>
                <a:gd name="connsiteY1" fmla="*/ 227647 h 280034"/>
                <a:gd name="connsiteX2" fmla="*/ 143827 w 205739"/>
                <a:gd name="connsiteY2" fmla="*/ 200978 h 280034"/>
                <a:gd name="connsiteX3" fmla="*/ 10477 w 205739"/>
                <a:gd name="connsiteY3" fmla="*/ 82868 h 280034"/>
                <a:gd name="connsiteX4" fmla="*/ 111442 w 205739"/>
                <a:gd name="connsiteY4" fmla="*/ 0 h 280034"/>
                <a:gd name="connsiteX5" fmla="*/ 203835 w 205739"/>
                <a:gd name="connsiteY5" fmla="*/ 27622 h 280034"/>
                <a:gd name="connsiteX6" fmla="*/ 174307 w 205739"/>
                <a:gd name="connsiteY6" fmla="*/ 76200 h 280034"/>
                <a:gd name="connsiteX7" fmla="*/ 110490 w 205739"/>
                <a:gd name="connsiteY7" fmla="*/ 52387 h 280034"/>
                <a:gd name="connsiteX8" fmla="*/ 72390 w 205739"/>
                <a:gd name="connsiteY8" fmla="*/ 77153 h 280034"/>
                <a:gd name="connsiteX9" fmla="*/ 205740 w 205739"/>
                <a:gd name="connsiteY9" fmla="*/ 195262 h 280034"/>
                <a:gd name="connsiteX10" fmla="*/ 102870 w 205739"/>
                <a:gd name="connsiteY10" fmla="*/ 280035 h 280034"/>
                <a:gd name="connsiteX11" fmla="*/ 0 w 205739"/>
                <a:gd name="connsiteY11" fmla="*/ 247650 h 280034"/>
                <a:gd name="connsiteX12" fmla="*/ 29527 w 205739"/>
                <a:gd name="connsiteY12" fmla="*/ 198120 h 280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39" h="280034">
                  <a:moveTo>
                    <a:pt x="29527" y="198120"/>
                  </a:moveTo>
                  <a:cubicBezTo>
                    <a:pt x="56197" y="218122"/>
                    <a:pt x="80963" y="227647"/>
                    <a:pt x="104775" y="227647"/>
                  </a:cubicBezTo>
                  <a:cubicBezTo>
                    <a:pt x="127635" y="227647"/>
                    <a:pt x="143827" y="217170"/>
                    <a:pt x="143827" y="200978"/>
                  </a:cubicBezTo>
                  <a:cubicBezTo>
                    <a:pt x="143827" y="155258"/>
                    <a:pt x="10477" y="171450"/>
                    <a:pt x="10477" y="82868"/>
                  </a:cubicBezTo>
                  <a:cubicBezTo>
                    <a:pt x="10477" y="33338"/>
                    <a:pt x="51435" y="0"/>
                    <a:pt x="111442" y="0"/>
                  </a:cubicBezTo>
                  <a:cubicBezTo>
                    <a:pt x="143827" y="0"/>
                    <a:pt x="175260" y="9525"/>
                    <a:pt x="203835" y="27622"/>
                  </a:cubicBezTo>
                  <a:lnTo>
                    <a:pt x="174307" y="76200"/>
                  </a:lnTo>
                  <a:cubicBezTo>
                    <a:pt x="151447" y="60960"/>
                    <a:pt x="130492" y="52387"/>
                    <a:pt x="110490" y="52387"/>
                  </a:cubicBezTo>
                  <a:cubicBezTo>
                    <a:pt x="87630" y="52387"/>
                    <a:pt x="72390" y="61912"/>
                    <a:pt x="72390" y="77153"/>
                  </a:cubicBezTo>
                  <a:cubicBezTo>
                    <a:pt x="72390" y="120968"/>
                    <a:pt x="205740" y="105728"/>
                    <a:pt x="205740" y="195262"/>
                  </a:cubicBezTo>
                  <a:cubicBezTo>
                    <a:pt x="205740" y="245745"/>
                    <a:pt x="164782" y="280035"/>
                    <a:pt x="102870" y="280035"/>
                  </a:cubicBezTo>
                  <a:cubicBezTo>
                    <a:pt x="67627" y="280035"/>
                    <a:pt x="31432" y="268605"/>
                    <a:pt x="0" y="247650"/>
                  </a:cubicBezTo>
                  <a:lnTo>
                    <a:pt x="29527" y="19812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0" name="Freihandform: Form 168">
              <a:extLst>
                <a:ext uri="{FF2B5EF4-FFF2-40B4-BE49-F238E27FC236}">
                  <a16:creationId xmlns:a16="http://schemas.microsoft.com/office/drawing/2014/main" id="{FCA73486-0B2A-2045-BAB0-696E08BBF87B}"/>
                </a:ext>
              </a:extLst>
            </p:cNvPr>
            <p:cNvSpPr/>
            <p:nvPr/>
          </p:nvSpPr>
          <p:spPr>
            <a:xfrm>
              <a:off x="2843264" y="294971"/>
              <a:ext cx="26605" cy="129501"/>
            </a:xfrm>
            <a:custGeom>
              <a:avLst/>
              <a:gdLst>
                <a:gd name="connsiteX0" fmla="*/ 79058 w 79057"/>
                <a:gd name="connsiteY0" fmla="*/ 38100 h 384810"/>
                <a:gd name="connsiteX1" fmla="*/ 39053 w 79057"/>
                <a:gd name="connsiteY1" fmla="*/ 76200 h 384810"/>
                <a:gd name="connsiteX2" fmla="*/ 0 w 79057"/>
                <a:gd name="connsiteY2" fmla="*/ 38100 h 384810"/>
                <a:gd name="connsiteX3" fmla="*/ 39053 w 79057"/>
                <a:gd name="connsiteY3" fmla="*/ 0 h 384810"/>
                <a:gd name="connsiteX4" fmla="*/ 79058 w 79057"/>
                <a:gd name="connsiteY4" fmla="*/ 38100 h 384810"/>
                <a:gd name="connsiteX5" fmla="*/ 70485 w 79057"/>
                <a:gd name="connsiteY5" fmla="*/ 384810 h 384810"/>
                <a:gd name="connsiteX6" fmla="*/ 8573 w 79057"/>
                <a:gd name="connsiteY6" fmla="*/ 384810 h 384810"/>
                <a:gd name="connsiteX7" fmla="*/ 8573 w 79057"/>
                <a:gd name="connsiteY7" fmla="*/ 118110 h 384810"/>
                <a:gd name="connsiteX8" fmla="*/ 70485 w 79057"/>
                <a:gd name="connsiteY8" fmla="*/ 118110 h 384810"/>
                <a:gd name="connsiteX9" fmla="*/ 70485 w 79057"/>
                <a:gd name="connsiteY9" fmla="*/ 384810 h 384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10">
                  <a:moveTo>
                    <a:pt x="79058" y="38100"/>
                  </a:moveTo>
                  <a:cubicBezTo>
                    <a:pt x="79058" y="60007"/>
                    <a:pt x="60960" y="76200"/>
                    <a:pt x="39053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3"/>
                    <a:pt x="18098" y="0"/>
                    <a:pt x="39053" y="0"/>
                  </a:cubicBezTo>
                  <a:cubicBezTo>
                    <a:pt x="60960" y="0"/>
                    <a:pt x="79058" y="16193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3" y="384810"/>
                  </a:lnTo>
                  <a:lnTo>
                    <a:pt x="8573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1" name="Freihandform: Form 169">
              <a:extLst>
                <a:ext uri="{FF2B5EF4-FFF2-40B4-BE49-F238E27FC236}">
                  <a16:creationId xmlns:a16="http://schemas.microsoft.com/office/drawing/2014/main" id="{6E9AA38A-565C-4641-BBE9-0A6DB5D9A7A8}"/>
                </a:ext>
              </a:extLst>
            </p:cNvPr>
            <p:cNvSpPr/>
            <p:nvPr/>
          </p:nvSpPr>
          <p:spPr>
            <a:xfrm>
              <a:off x="2884935" y="306189"/>
              <a:ext cx="55775" cy="120525"/>
            </a:xfrm>
            <a:custGeom>
              <a:avLst/>
              <a:gdLst>
                <a:gd name="connsiteX0" fmla="*/ 165735 w 165735"/>
                <a:gd name="connsiteY0" fmla="*/ 295275 h 358139"/>
                <a:gd name="connsiteX1" fmla="*/ 165735 w 165735"/>
                <a:gd name="connsiteY1" fmla="*/ 348615 h 358139"/>
                <a:gd name="connsiteX2" fmla="*/ 113348 w 165735"/>
                <a:gd name="connsiteY2" fmla="*/ 358140 h 358139"/>
                <a:gd name="connsiteX3" fmla="*/ 40958 w 165735"/>
                <a:gd name="connsiteY3" fmla="*/ 282892 h 358139"/>
                <a:gd name="connsiteX4" fmla="*/ 40958 w 165735"/>
                <a:gd name="connsiteY4" fmla="*/ 137160 h 358139"/>
                <a:gd name="connsiteX5" fmla="*/ 0 w 165735"/>
                <a:gd name="connsiteY5" fmla="*/ 137160 h 358139"/>
                <a:gd name="connsiteX6" fmla="*/ 0 w 165735"/>
                <a:gd name="connsiteY6" fmla="*/ 85725 h 358139"/>
                <a:gd name="connsiteX7" fmla="*/ 40005 w 165735"/>
                <a:gd name="connsiteY7" fmla="*/ 85725 h 358139"/>
                <a:gd name="connsiteX8" fmla="*/ 40005 w 165735"/>
                <a:gd name="connsiteY8" fmla="*/ 13335 h 358139"/>
                <a:gd name="connsiteX9" fmla="*/ 101918 w 165735"/>
                <a:gd name="connsiteY9" fmla="*/ 0 h 358139"/>
                <a:gd name="connsiteX10" fmla="*/ 101918 w 165735"/>
                <a:gd name="connsiteY10" fmla="*/ 86677 h 358139"/>
                <a:gd name="connsiteX11" fmla="*/ 165735 w 165735"/>
                <a:gd name="connsiteY11" fmla="*/ 86677 h 358139"/>
                <a:gd name="connsiteX12" fmla="*/ 165735 w 165735"/>
                <a:gd name="connsiteY12" fmla="*/ 138113 h 358139"/>
                <a:gd name="connsiteX13" fmla="*/ 101918 w 165735"/>
                <a:gd name="connsiteY13" fmla="*/ 138113 h 358139"/>
                <a:gd name="connsiteX14" fmla="*/ 101918 w 165735"/>
                <a:gd name="connsiteY14" fmla="*/ 269558 h 358139"/>
                <a:gd name="connsiteX15" fmla="*/ 130493 w 165735"/>
                <a:gd name="connsiteY15" fmla="*/ 304800 h 358139"/>
                <a:gd name="connsiteX16" fmla="*/ 165735 w 165735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5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8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3"/>
                    <a:pt x="110490" y="304800"/>
                    <a:pt x="130493" y="304800"/>
                  </a:cubicBezTo>
                  <a:cubicBezTo>
                    <a:pt x="141923" y="303848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2" name="Freihandform: Form 170">
              <a:extLst>
                <a:ext uri="{FF2B5EF4-FFF2-40B4-BE49-F238E27FC236}">
                  <a16:creationId xmlns:a16="http://schemas.microsoft.com/office/drawing/2014/main" id="{B94171B2-E56A-454B-8EE6-5910247B0C64}"/>
                </a:ext>
              </a:extLst>
            </p:cNvPr>
            <p:cNvSpPr/>
            <p:nvPr/>
          </p:nvSpPr>
          <p:spPr>
            <a:xfrm>
              <a:off x="2957058" y="296573"/>
              <a:ext cx="75970" cy="130142"/>
            </a:xfrm>
            <a:custGeom>
              <a:avLst/>
              <a:gdLst>
                <a:gd name="connsiteX0" fmla="*/ 114300 w 225742"/>
                <a:gd name="connsiteY0" fmla="*/ 215265 h 386714"/>
                <a:gd name="connsiteX1" fmla="*/ 164783 w 225742"/>
                <a:gd name="connsiteY1" fmla="*/ 220980 h 386714"/>
                <a:gd name="connsiteX2" fmla="*/ 164783 w 225742"/>
                <a:gd name="connsiteY2" fmla="*/ 211455 h 386714"/>
                <a:gd name="connsiteX3" fmla="*/ 105728 w 225742"/>
                <a:gd name="connsiteY3" fmla="*/ 160020 h 386714"/>
                <a:gd name="connsiteX4" fmla="*/ 38100 w 225742"/>
                <a:gd name="connsiteY4" fmla="*/ 175260 h 386714"/>
                <a:gd name="connsiteX5" fmla="*/ 24765 w 225742"/>
                <a:gd name="connsiteY5" fmla="*/ 122873 h 386714"/>
                <a:gd name="connsiteX6" fmla="*/ 112395 w 225742"/>
                <a:gd name="connsiteY6" fmla="*/ 107632 h 386714"/>
                <a:gd name="connsiteX7" fmla="*/ 225743 w 225742"/>
                <a:gd name="connsiteY7" fmla="*/ 210502 h 386714"/>
                <a:gd name="connsiteX8" fmla="*/ 225743 w 225742"/>
                <a:gd name="connsiteY8" fmla="*/ 381000 h 386714"/>
                <a:gd name="connsiteX9" fmla="*/ 166688 w 225742"/>
                <a:gd name="connsiteY9" fmla="*/ 381000 h 386714"/>
                <a:gd name="connsiteX10" fmla="*/ 166688 w 225742"/>
                <a:gd name="connsiteY10" fmla="*/ 352425 h 386714"/>
                <a:gd name="connsiteX11" fmla="*/ 165735 w 225742"/>
                <a:gd name="connsiteY11" fmla="*/ 352425 h 386714"/>
                <a:gd name="connsiteX12" fmla="*/ 87630 w 225742"/>
                <a:gd name="connsiteY12" fmla="*/ 386715 h 386714"/>
                <a:gd name="connsiteX13" fmla="*/ 0 w 225742"/>
                <a:gd name="connsiteY13" fmla="*/ 301942 h 386714"/>
                <a:gd name="connsiteX14" fmla="*/ 114300 w 225742"/>
                <a:gd name="connsiteY14" fmla="*/ 215265 h 386714"/>
                <a:gd name="connsiteX15" fmla="*/ 63818 w 225742"/>
                <a:gd name="connsiteY15" fmla="*/ 72390 h 386714"/>
                <a:gd name="connsiteX16" fmla="*/ 26670 w 225742"/>
                <a:gd name="connsiteY16" fmla="*/ 36195 h 386714"/>
                <a:gd name="connsiteX17" fmla="*/ 63818 w 225742"/>
                <a:gd name="connsiteY17" fmla="*/ 0 h 386714"/>
                <a:gd name="connsiteX18" fmla="*/ 100965 w 225742"/>
                <a:gd name="connsiteY18" fmla="*/ 36195 h 386714"/>
                <a:gd name="connsiteX19" fmla="*/ 63818 w 225742"/>
                <a:gd name="connsiteY19" fmla="*/ 72390 h 386714"/>
                <a:gd name="connsiteX20" fmla="*/ 103823 w 225742"/>
                <a:gd name="connsiteY20" fmla="*/ 340042 h 386714"/>
                <a:gd name="connsiteX21" fmla="*/ 164783 w 225742"/>
                <a:gd name="connsiteY21" fmla="*/ 307658 h 386714"/>
                <a:gd name="connsiteX22" fmla="*/ 164783 w 225742"/>
                <a:gd name="connsiteY22" fmla="*/ 261938 h 386714"/>
                <a:gd name="connsiteX23" fmla="*/ 120968 w 225742"/>
                <a:gd name="connsiteY23" fmla="*/ 257175 h 386714"/>
                <a:gd name="connsiteX24" fmla="*/ 59055 w 225742"/>
                <a:gd name="connsiteY24" fmla="*/ 300990 h 386714"/>
                <a:gd name="connsiteX25" fmla="*/ 103823 w 225742"/>
                <a:gd name="connsiteY25" fmla="*/ 340042 h 386714"/>
                <a:gd name="connsiteX26" fmla="*/ 172403 w 225742"/>
                <a:gd name="connsiteY26" fmla="*/ 72390 h 386714"/>
                <a:gd name="connsiteX27" fmla="*/ 135255 w 225742"/>
                <a:gd name="connsiteY27" fmla="*/ 36195 h 386714"/>
                <a:gd name="connsiteX28" fmla="*/ 172403 w 225742"/>
                <a:gd name="connsiteY28" fmla="*/ 0 h 386714"/>
                <a:gd name="connsiteX29" fmla="*/ 209550 w 225742"/>
                <a:gd name="connsiteY29" fmla="*/ 36195 h 386714"/>
                <a:gd name="connsiteX30" fmla="*/ 172403 w 225742"/>
                <a:gd name="connsiteY30" fmla="*/ 72390 h 386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4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2"/>
                    <a:pt x="112395" y="107632"/>
                  </a:cubicBezTo>
                  <a:cubicBezTo>
                    <a:pt x="187643" y="107632"/>
                    <a:pt x="225743" y="142875"/>
                    <a:pt x="225743" y="210502"/>
                  </a:cubicBezTo>
                  <a:lnTo>
                    <a:pt x="225743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8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8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8" y="72390"/>
                  </a:cubicBezTo>
                  <a:close/>
                  <a:moveTo>
                    <a:pt x="103823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1938"/>
                  </a:lnTo>
                  <a:cubicBezTo>
                    <a:pt x="150495" y="258127"/>
                    <a:pt x="135255" y="257175"/>
                    <a:pt x="120968" y="257175"/>
                  </a:cubicBezTo>
                  <a:cubicBezTo>
                    <a:pt x="81915" y="257175"/>
                    <a:pt x="59055" y="272415"/>
                    <a:pt x="59055" y="300990"/>
                  </a:cubicBezTo>
                  <a:cubicBezTo>
                    <a:pt x="59055" y="324803"/>
                    <a:pt x="76200" y="340042"/>
                    <a:pt x="103823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3" name="Freihandform: Form 171">
              <a:extLst>
                <a:ext uri="{FF2B5EF4-FFF2-40B4-BE49-F238E27FC236}">
                  <a16:creationId xmlns:a16="http://schemas.microsoft.com/office/drawing/2014/main" id="{556D99C3-6D9D-5341-93C6-EFBE44CA2575}"/>
                </a:ext>
              </a:extLst>
            </p:cNvPr>
            <p:cNvSpPr/>
            <p:nvPr/>
          </p:nvSpPr>
          <p:spPr>
            <a:xfrm>
              <a:off x="3049376" y="306189"/>
              <a:ext cx="55775" cy="120525"/>
            </a:xfrm>
            <a:custGeom>
              <a:avLst/>
              <a:gdLst>
                <a:gd name="connsiteX0" fmla="*/ 165735 w 165734"/>
                <a:gd name="connsiteY0" fmla="*/ 295275 h 358139"/>
                <a:gd name="connsiteX1" fmla="*/ 165735 w 165734"/>
                <a:gd name="connsiteY1" fmla="*/ 348615 h 358139"/>
                <a:gd name="connsiteX2" fmla="*/ 113347 w 165734"/>
                <a:gd name="connsiteY2" fmla="*/ 358140 h 358139"/>
                <a:gd name="connsiteX3" fmla="*/ 40957 w 165734"/>
                <a:gd name="connsiteY3" fmla="*/ 282892 h 358139"/>
                <a:gd name="connsiteX4" fmla="*/ 40957 w 165734"/>
                <a:gd name="connsiteY4" fmla="*/ 137160 h 358139"/>
                <a:gd name="connsiteX5" fmla="*/ 0 w 165734"/>
                <a:gd name="connsiteY5" fmla="*/ 137160 h 358139"/>
                <a:gd name="connsiteX6" fmla="*/ 0 w 165734"/>
                <a:gd name="connsiteY6" fmla="*/ 85725 h 358139"/>
                <a:gd name="connsiteX7" fmla="*/ 40005 w 165734"/>
                <a:gd name="connsiteY7" fmla="*/ 85725 h 358139"/>
                <a:gd name="connsiteX8" fmla="*/ 40005 w 165734"/>
                <a:gd name="connsiteY8" fmla="*/ 13335 h 358139"/>
                <a:gd name="connsiteX9" fmla="*/ 101917 w 165734"/>
                <a:gd name="connsiteY9" fmla="*/ 0 h 358139"/>
                <a:gd name="connsiteX10" fmla="*/ 101917 w 165734"/>
                <a:gd name="connsiteY10" fmla="*/ 86677 h 358139"/>
                <a:gd name="connsiteX11" fmla="*/ 165735 w 165734"/>
                <a:gd name="connsiteY11" fmla="*/ 86677 h 358139"/>
                <a:gd name="connsiteX12" fmla="*/ 165735 w 165734"/>
                <a:gd name="connsiteY12" fmla="*/ 138113 h 358139"/>
                <a:gd name="connsiteX13" fmla="*/ 101917 w 165734"/>
                <a:gd name="connsiteY13" fmla="*/ 138113 h 358139"/>
                <a:gd name="connsiteX14" fmla="*/ 101917 w 165734"/>
                <a:gd name="connsiteY14" fmla="*/ 269558 h 358139"/>
                <a:gd name="connsiteX15" fmla="*/ 130492 w 165734"/>
                <a:gd name="connsiteY15" fmla="*/ 304800 h 358139"/>
                <a:gd name="connsiteX16" fmla="*/ 165735 w 165734"/>
                <a:gd name="connsiteY16" fmla="*/ 295275 h 35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39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7" y="0"/>
                  </a:lnTo>
                  <a:lnTo>
                    <a:pt x="101917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7" y="138113"/>
                  </a:lnTo>
                  <a:lnTo>
                    <a:pt x="101917" y="269558"/>
                  </a:lnTo>
                  <a:cubicBezTo>
                    <a:pt x="101917" y="294323"/>
                    <a:pt x="110490" y="304800"/>
                    <a:pt x="130492" y="304800"/>
                  </a:cubicBezTo>
                  <a:cubicBezTo>
                    <a:pt x="142875" y="303848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rgbClr val="041E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4" name="Freihandform: Form 172">
              <a:extLst>
                <a:ext uri="{FF2B5EF4-FFF2-40B4-BE49-F238E27FC236}">
                  <a16:creationId xmlns:a16="http://schemas.microsoft.com/office/drawing/2014/main" id="{26CB5E79-8052-DE49-A0BF-9430947DED12}"/>
                </a:ext>
              </a:extLst>
            </p:cNvPr>
            <p:cNvSpPr/>
            <p:nvPr/>
          </p:nvSpPr>
          <p:spPr>
            <a:xfrm>
              <a:off x="510639" y="494671"/>
              <a:ext cx="92638" cy="124051"/>
            </a:xfrm>
            <a:custGeom>
              <a:avLst/>
              <a:gdLst>
                <a:gd name="connsiteX0" fmla="*/ 275273 w 275272"/>
                <a:gd name="connsiteY0" fmla="*/ 60960 h 368617"/>
                <a:gd name="connsiteX1" fmla="*/ 170498 w 275272"/>
                <a:gd name="connsiteY1" fmla="*/ 60960 h 368617"/>
                <a:gd name="connsiteX2" fmla="*/ 170498 w 275272"/>
                <a:gd name="connsiteY2" fmla="*/ 368617 h 368617"/>
                <a:gd name="connsiteX3" fmla="*/ 104775 w 275272"/>
                <a:gd name="connsiteY3" fmla="*/ 368617 h 368617"/>
                <a:gd name="connsiteX4" fmla="*/ 104775 w 275272"/>
                <a:gd name="connsiteY4" fmla="*/ 60960 h 368617"/>
                <a:gd name="connsiteX5" fmla="*/ 0 w 275272"/>
                <a:gd name="connsiteY5" fmla="*/ 60960 h 368617"/>
                <a:gd name="connsiteX6" fmla="*/ 0 w 275272"/>
                <a:gd name="connsiteY6" fmla="*/ 0 h 368617"/>
                <a:gd name="connsiteX7" fmla="*/ 275273 w 275272"/>
                <a:gd name="connsiteY7" fmla="*/ 0 h 368617"/>
                <a:gd name="connsiteX8" fmla="*/ 275273 w 275272"/>
                <a:gd name="connsiteY8" fmla="*/ 60960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5272" h="368617">
                  <a:moveTo>
                    <a:pt x="275273" y="60960"/>
                  </a:moveTo>
                  <a:lnTo>
                    <a:pt x="170498" y="60960"/>
                  </a:lnTo>
                  <a:lnTo>
                    <a:pt x="170498" y="368617"/>
                  </a:lnTo>
                  <a:lnTo>
                    <a:pt x="104775" y="368617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75273" y="0"/>
                  </a:lnTo>
                  <a:lnTo>
                    <a:pt x="275273" y="6096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5" name="Freihandform: Form 173">
              <a:extLst>
                <a:ext uri="{FF2B5EF4-FFF2-40B4-BE49-F238E27FC236}">
                  <a16:creationId xmlns:a16="http://schemas.microsoft.com/office/drawing/2014/main" id="{1F886F3A-0E6B-E744-BF6E-72B85F7FCD60}"/>
                </a:ext>
              </a:extLst>
            </p:cNvPr>
            <p:cNvSpPr/>
            <p:nvPr/>
          </p:nvSpPr>
          <p:spPr>
            <a:xfrm>
              <a:off x="603919" y="526726"/>
              <a:ext cx="81739" cy="93920"/>
            </a:xfrm>
            <a:custGeom>
              <a:avLst/>
              <a:gdLst>
                <a:gd name="connsiteX0" fmla="*/ 132398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3817 w 242887"/>
                <a:gd name="connsiteY5" fmla="*/ 160972 h 279082"/>
                <a:gd name="connsiteX6" fmla="*/ 133350 w 242887"/>
                <a:gd name="connsiteY6" fmla="*/ 225742 h 279082"/>
                <a:gd name="connsiteX7" fmla="*/ 199073 w 242887"/>
                <a:gd name="connsiteY7" fmla="*/ 194310 h 279082"/>
                <a:gd name="connsiteX8" fmla="*/ 238125 w 242887"/>
                <a:gd name="connsiteY8" fmla="*/ 235267 h 279082"/>
                <a:gd name="connsiteX9" fmla="*/ 132398 w 242887"/>
                <a:gd name="connsiteY9" fmla="*/ 279083 h 279082"/>
                <a:gd name="connsiteX10" fmla="*/ 62865 w 242887"/>
                <a:gd name="connsiteY10" fmla="*/ 115252 h 279082"/>
                <a:gd name="connsiteX11" fmla="*/ 183833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8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3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3817" y="160972"/>
                  </a:lnTo>
                  <a:cubicBezTo>
                    <a:pt x="70485" y="201930"/>
                    <a:pt x="95250" y="225742"/>
                    <a:pt x="133350" y="225742"/>
                  </a:cubicBezTo>
                  <a:cubicBezTo>
                    <a:pt x="158115" y="225742"/>
                    <a:pt x="178117" y="216217"/>
                    <a:pt x="199073" y="194310"/>
                  </a:cubicBezTo>
                  <a:lnTo>
                    <a:pt x="238125" y="235267"/>
                  </a:lnTo>
                  <a:cubicBezTo>
                    <a:pt x="206692" y="264795"/>
                    <a:pt x="172402" y="279083"/>
                    <a:pt x="132398" y="279083"/>
                  </a:cubicBezTo>
                  <a:close/>
                  <a:moveTo>
                    <a:pt x="62865" y="115252"/>
                  </a:moveTo>
                  <a:lnTo>
                    <a:pt x="183833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6" name="Freihandform: Form 174">
              <a:extLst>
                <a:ext uri="{FF2B5EF4-FFF2-40B4-BE49-F238E27FC236}">
                  <a16:creationId xmlns:a16="http://schemas.microsoft.com/office/drawing/2014/main" id="{EC24D512-DAF5-9641-A16C-7CF22A9672A3}"/>
                </a:ext>
              </a:extLst>
            </p:cNvPr>
            <p:cNvSpPr/>
            <p:nvPr/>
          </p:nvSpPr>
          <p:spPr>
            <a:xfrm>
              <a:off x="703929" y="526405"/>
              <a:ext cx="75649" cy="94241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3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3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6688" y="66675"/>
                    <a:pt x="149543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3" y="222885"/>
                    <a:pt x="166688" y="213360"/>
                    <a:pt x="183833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7" name="Freihandform: Form 175">
              <a:extLst>
                <a:ext uri="{FF2B5EF4-FFF2-40B4-BE49-F238E27FC236}">
                  <a16:creationId xmlns:a16="http://schemas.microsoft.com/office/drawing/2014/main" id="{B9734A25-A084-C147-BE7B-F6F70FE379F1}"/>
                </a:ext>
              </a:extLst>
            </p:cNvPr>
            <p:cNvSpPr/>
            <p:nvPr/>
          </p:nvSpPr>
          <p:spPr>
            <a:xfrm>
              <a:off x="797850" y="487619"/>
              <a:ext cx="76931" cy="131103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8" name="Freihandform: Form 176">
              <a:extLst>
                <a:ext uri="{FF2B5EF4-FFF2-40B4-BE49-F238E27FC236}">
                  <a16:creationId xmlns:a16="http://schemas.microsoft.com/office/drawing/2014/main" id="{ECFEEA47-A10E-2040-B8E5-417B41F8F01F}"/>
                </a:ext>
              </a:extLst>
            </p:cNvPr>
            <p:cNvSpPr/>
            <p:nvPr/>
          </p:nvSpPr>
          <p:spPr>
            <a:xfrm>
              <a:off x="901707" y="526726"/>
              <a:ext cx="76931" cy="91997"/>
            </a:xfrm>
            <a:custGeom>
              <a:avLst/>
              <a:gdLst>
                <a:gd name="connsiteX0" fmla="*/ 228600 w 228600"/>
                <a:gd name="connsiteY0" fmla="*/ 272415 h 273367"/>
                <a:gd name="connsiteX1" fmla="*/ 166688 w 228600"/>
                <a:gd name="connsiteY1" fmla="*/ 272415 h 273367"/>
                <a:gd name="connsiteX2" fmla="*/ 166688 w 228600"/>
                <a:gd name="connsiteY2" fmla="*/ 120015 h 273367"/>
                <a:gd name="connsiteX3" fmla="*/ 117158 w 228600"/>
                <a:gd name="connsiteY3" fmla="*/ 55245 h 273367"/>
                <a:gd name="connsiteX4" fmla="*/ 61913 w 228600"/>
                <a:gd name="connsiteY4" fmla="*/ 120015 h 273367"/>
                <a:gd name="connsiteX5" fmla="*/ 61913 w 228600"/>
                <a:gd name="connsiteY5" fmla="*/ 273367 h 273367"/>
                <a:gd name="connsiteX6" fmla="*/ 0 w 228600"/>
                <a:gd name="connsiteY6" fmla="*/ 273367 h 273367"/>
                <a:gd name="connsiteX7" fmla="*/ 0 w 228600"/>
                <a:gd name="connsiteY7" fmla="*/ 6667 h 273367"/>
                <a:gd name="connsiteX8" fmla="*/ 61913 w 228600"/>
                <a:gd name="connsiteY8" fmla="*/ 6667 h 273367"/>
                <a:gd name="connsiteX9" fmla="*/ 61913 w 228600"/>
                <a:gd name="connsiteY9" fmla="*/ 39052 h 273367"/>
                <a:gd name="connsiteX10" fmla="*/ 62865 w 228600"/>
                <a:gd name="connsiteY10" fmla="*/ 39052 h 273367"/>
                <a:gd name="connsiteX11" fmla="*/ 140970 w 228600"/>
                <a:gd name="connsiteY11" fmla="*/ 0 h 273367"/>
                <a:gd name="connsiteX12" fmla="*/ 228600 w 228600"/>
                <a:gd name="connsiteY12" fmla="*/ 107633 h 273367"/>
                <a:gd name="connsiteX13" fmla="*/ 228600 w 228600"/>
                <a:gd name="connsiteY13" fmla="*/ 272415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273367">
                  <a:moveTo>
                    <a:pt x="228600" y="272415"/>
                  </a:moveTo>
                  <a:lnTo>
                    <a:pt x="166688" y="272415"/>
                  </a:lnTo>
                  <a:lnTo>
                    <a:pt x="166688" y="120015"/>
                  </a:lnTo>
                  <a:cubicBezTo>
                    <a:pt x="166688" y="80963"/>
                    <a:pt x="155258" y="55245"/>
                    <a:pt x="117158" y="55245"/>
                  </a:cubicBezTo>
                  <a:cubicBezTo>
                    <a:pt x="73343" y="55245"/>
                    <a:pt x="61913" y="90488"/>
                    <a:pt x="61913" y="120015"/>
                  </a:cubicBezTo>
                  <a:lnTo>
                    <a:pt x="61913" y="273367"/>
                  </a:lnTo>
                  <a:lnTo>
                    <a:pt x="0" y="273367"/>
                  </a:lnTo>
                  <a:lnTo>
                    <a:pt x="0" y="6667"/>
                  </a:lnTo>
                  <a:lnTo>
                    <a:pt x="61913" y="6667"/>
                  </a:lnTo>
                  <a:lnTo>
                    <a:pt x="61913" y="39052"/>
                  </a:lnTo>
                  <a:lnTo>
                    <a:pt x="62865" y="39052"/>
                  </a:lnTo>
                  <a:cubicBezTo>
                    <a:pt x="78105" y="15240"/>
                    <a:pt x="106680" y="0"/>
                    <a:pt x="140970" y="0"/>
                  </a:cubicBezTo>
                  <a:cubicBezTo>
                    <a:pt x="201930" y="0"/>
                    <a:pt x="228600" y="44767"/>
                    <a:pt x="228600" y="107633"/>
                  </a:cubicBezTo>
                  <a:lnTo>
                    <a:pt x="228600" y="272415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9" name="Freihandform: Form 177">
              <a:extLst>
                <a:ext uri="{FF2B5EF4-FFF2-40B4-BE49-F238E27FC236}">
                  <a16:creationId xmlns:a16="http://schemas.microsoft.com/office/drawing/2014/main" id="{BA06F3D4-494D-6245-972E-14E2C2B37BCB}"/>
                </a:ext>
              </a:extLst>
            </p:cNvPr>
            <p:cNvSpPr/>
            <p:nvPr/>
          </p:nvSpPr>
          <p:spPr>
            <a:xfrm>
              <a:off x="1002359" y="488901"/>
              <a:ext cx="26605" cy="129501"/>
            </a:xfrm>
            <a:custGeom>
              <a:avLst/>
              <a:gdLst>
                <a:gd name="connsiteX0" fmla="*/ 79058 w 79057"/>
                <a:gd name="connsiteY0" fmla="*/ 38100 h 384809"/>
                <a:gd name="connsiteX1" fmla="*/ 39052 w 79057"/>
                <a:gd name="connsiteY1" fmla="*/ 76200 h 384809"/>
                <a:gd name="connsiteX2" fmla="*/ 0 w 79057"/>
                <a:gd name="connsiteY2" fmla="*/ 38100 h 384809"/>
                <a:gd name="connsiteX3" fmla="*/ 39052 w 79057"/>
                <a:gd name="connsiteY3" fmla="*/ 0 h 384809"/>
                <a:gd name="connsiteX4" fmla="*/ 79058 w 79057"/>
                <a:gd name="connsiteY4" fmla="*/ 38100 h 384809"/>
                <a:gd name="connsiteX5" fmla="*/ 70485 w 79057"/>
                <a:gd name="connsiteY5" fmla="*/ 384810 h 384809"/>
                <a:gd name="connsiteX6" fmla="*/ 8572 w 79057"/>
                <a:gd name="connsiteY6" fmla="*/ 384810 h 384809"/>
                <a:gd name="connsiteX7" fmla="*/ 8572 w 79057"/>
                <a:gd name="connsiteY7" fmla="*/ 118110 h 384809"/>
                <a:gd name="connsiteX8" fmla="*/ 70485 w 79057"/>
                <a:gd name="connsiteY8" fmla="*/ 118110 h 384809"/>
                <a:gd name="connsiteX9" fmla="*/ 70485 w 79057"/>
                <a:gd name="connsiteY9" fmla="*/ 384810 h 384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384809">
                  <a:moveTo>
                    <a:pt x="79058" y="38100"/>
                  </a:moveTo>
                  <a:cubicBezTo>
                    <a:pt x="79058" y="60008"/>
                    <a:pt x="60960" y="76200"/>
                    <a:pt x="39052" y="76200"/>
                  </a:cubicBezTo>
                  <a:cubicBezTo>
                    <a:pt x="17145" y="76200"/>
                    <a:pt x="0" y="60960"/>
                    <a:pt x="0" y="38100"/>
                  </a:cubicBezTo>
                  <a:cubicBezTo>
                    <a:pt x="0" y="16192"/>
                    <a:pt x="18097" y="0"/>
                    <a:pt x="39052" y="0"/>
                  </a:cubicBezTo>
                  <a:cubicBezTo>
                    <a:pt x="60960" y="0"/>
                    <a:pt x="79058" y="16192"/>
                    <a:pt x="79058" y="38100"/>
                  </a:cubicBezTo>
                  <a:close/>
                  <a:moveTo>
                    <a:pt x="70485" y="384810"/>
                  </a:moveTo>
                  <a:lnTo>
                    <a:pt x="8572" y="384810"/>
                  </a:lnTo>
                  <a:lnTo>
                    <a:pt x="8572" y="118110"/>
                  </a:lnTo>
                  <a:lnTo>
                    <a:pt x="70485" y="118110"/>
                  </a:lnTo>
                  <a:lnTo>
                    <a:pt x="70485" y="38481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0" name="Freihandform: Form 178">
              <a:extLst>
                <a:ext uri="{FF2B5EF4-FFF2-40B4-BE49-F238E27FC236}">
                  <a16:creationId xmlns:a16="http://schemas.microsoft.com/office/drawing/2014/main" id="{785202BE-67CC-3B45-8956-E148B1DD3999}"/>
                </a:ext>
              </a:extLst>
            </p:cNvPr>
            <p:cNvSpPr/>
            <p:nvPr/>
          </p:nvSpPr>
          <p:spPr>
            <a:xfrm>
              <a:off x="1045312" y="526405"/>
              <a:ext cx="69238" cy="94241"/>
            </a:xfrm>
            <a:custGeom>
              <a:avLst/>
              <a:gdLst>
                <a:gd name="connsiteX0" fmla="*/ 29528 w 205740"/>
                <a:gd name="connsiteY0" fmla="*/ 198120 h 280035"/>
                <a:gd name="connsiteX1" fmla="*/ 104775 w 205740"/>
                <a:gd name="connsiteY1" fmla="*/ 227648 h 280035"/>
                <a:gd name="connsiteX2" fmla="*/ 143828 w 205740"/>
                <a:gd name="connsiteY2" fmla="*/ 200978 h 280035"/>
                <a:gd name="connsiteX3" fmla="*/ 10478 w 205740"/>
                <a:gd name="connsiteY3" fmla="*/ 82868 h 280035"/>
                <a:gd name="connsiteX4" fmla="*/ 111442 w 205740"/>
                <a:gd name="connsiteY4" fmla="*/ 0 h 280035"/>
                <a:gd name="connsiteX5" fmla="*/ 203835 w 205740"/>
                <a:gd name="connsiteY5" fmla="*/ 27623 h 280035"/>
                <a:gd name="connsiteX6" fmla="*/ 174308 w 205740"/>
                <a:gd name="connsiteY6" fmla="*/ 76200 h 280035"/>
                <a:gd name="connsiteX7" fmla="*/ 110490 w 205740"/>
                <a:gd name="connsiteY7" fmla="*/ 52388 h 280035"/>
                <a:gd name="connsiteX8" fmla="*/ 72390 w 205740"/>
                <a:gd name="connsiteY8" fmla="*/ 77153 h 280035"/>
                <a:gd name="connsiteX9" fmla="*/ 205740 w 205740"/>
                <a:gd name="connsiteY9" fmla="*/ 195263 h 280035"/>
                <a:gd name="connsiteX10" fmla="*/ 102870 w 205740"/>
                <a:gd name="connsiteY10" fmla="*/ 280035 h 280035"/>
                <a:gd name="connsiteX11" fmla="*/ 0 w 205740"/>
                <a:gd name="connsiteY11" fmla="*/ 247650 h 280035"/>
                <a:gd name="connsiteX12" fmla="*/ 29528 w 205740"/>
                <a:gd name="connsiteY12" fmla="*/ 198120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5740" h="280035">
                  <a:moveTo>
                    <a:pt x="29528" y="198120"/>
                  </a:moveTo>
                  <a:cubicBezTo>
                    <a:pt x="55245" y="218123"/>
                    <a:pt x="80963" y="227648"/>
                    <a:pt x="104775" y="227648"/>
                  </a:cubicBezTo>
                  <a:cubicBezTo>
                    <a:pt x="127635" y="227648"/>
                    <a:pt x="143828" y="217170"/>
                    <a:pt x="143828" y="200978"/>
                  </a:cubicBezTo>
                  <a:cubicBezTo>
                    <a:pt x="143828" y="155258"/>
                    <a:pt x="10478" y="171450"/>
                    <a:pt x="10478" y="82868"/>
                  </a:cubicBezTo>
                  <a:cubicBezTo>
                    <a:pt x="10478" y="33338"/>
                    <a:pt x="51435" y="0"/>
                    <a:pt x="111442" y="0"/>
                  </a:cubicBezTo>
                  <a:cubicBezTo>
                    <a:pt x="143828" y="0"/>
                    <a:pt x="175260" y="9525"/>
                    <a:pt x="203835" y="27623"/>
                  </a:cubicBezTo>
                  <a:lnTo>
                    <a:pt x="174308" y="76200"/>
                  </a:lnTo>
                  <a:cubicBezTo>
                    <a:pt x="151448" y="60960"/>
                    <a:pt x="130492" y="52388"/>
                    <a:pt x="110490" y="52388"/>
                  </a:cubicBezTo>
                  <a:cubicBezTo>
                    <a:pt x="87630" y="52388"/>
                    <a:pt x="72390" y="61913"/>
                    <a:pt x="72390" y="77153"/>
                  </a:cubicBezTo>
                  <a:cubicBezTo>
                    <a:pt x="72390" y="120967"/>
                    <a:pt x="205740" y="105728"/>
                    <a:pt x="205740" y="195263"/>
                  </a:cubicBezTo>
                  <a:cubicBezTo>
                    <a:pt x="205740" y="245745"/>
                    <a:pt x="164783" y="280035"/>
                    <a:pt x="102870" y="280035"/>
                  </a:cubicBezTo>
                  <a:cubicBezTo>
                    <a:pt x="67628" y="280035"/>
                    <a:pt x="31433" y="268605"/>
                    <a:pt x="0" y="247650"/>
                  </a:cubicBezTo>
                  <a:lnTo>
                    <a:pt x="29528" y="19812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1" name="Freihandform: Form 179">
              <a:extLst>
                <a:ext uri="{FF2B5EF4-FFF2-40B4-BE49-F238E27FC236}">
                  <a16:creationId xmlns:a16="http://schemas.microsoft.com/office/drawing/2014/main" id="{CD9FC2A8-2A82-A54F-B450-29DEDCF12794}"/>
                </a:ext>
              </a:extLst>
            </p:cNvPr>
            <p:cNvSpPr/>
            <p:nvPr/>
          </p:nvSpPr>
          <p:spPr>
            <a:xfrm>
              <a:off x="1131540" y="526405"/>
              <a:ext cx="75649" cy="94241"/>
            </a:xfrm>
            <a:custGeom>
              <a:avLst/>
              <a:gdLst>
                <a:gd name="connsiteX0" fmla="*/ 222885 w 224790"/>
                <a:gd name="connsiteY0" fmla="*/ 237173 h 280035"/>
                <a:gd name="connsiteX1" fmla="*/ 127635 w 224790"/>
                <a:gd name="connsiteY1" fmla="*/ 280035 h 280035"/>
                <a:gd name="connsiteX2" fmla="*/ 0 w 224790"/>
                <a:gd name="connsiteY2" fmla="*/ 140970 h 280035"/>
                <a:gd name="connsiteX3" fmla="*/ 128588 w 224790"/>
                <a:gd name="connsiteY3" fmla="*/ 0 h 280035"/>
                <a:gd name="connsiteX4" fmla="*/ 224790 w 224790"/>
                <a:gd name="connsiteY4" fmla="*/ 45720 h 280035"/>
                <a:gd name="connsiteX5" fmla="*/ 181928 w 224790"/>
                <a:gd name="connsiteY5" fmla="*/ 86678 h 280035"/>
                <a:gd name="connsiteX6" fmla="*/ 128588 w 224790"/>
                <a:gd name="connsiteY6" fmla="*/ 57150 h 280035"/>
                <a:gd name="connsiteX7" fmla="*/ 62865 w 224790"/>
                <a:gd name="connsiteY7" fmla="*/ 140017 h 280035"/>
                <a:gd name="connsiteX8" fmla="*/ 128588 w 224790"/>
                <a:gd name="connsiteY8" fmla="*/ 222885 h 280035"/>
                <a:gd name="connsiteX9" fmla="*/ 183832 w 224790"/>
                <a:gd name="connsiteY9" fmla="*/ 193358 h 280035"/>
                <a:gd name="connsiteX10" fmla="*/ 222885 w 224790"/>
                <a:gd name="connsiteY10" fmla="*/ 237173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790" h="280035">
                  <a:moveTo>
                    <a:pt x="222885" y="237173"/>
                  </a:moveTo>
                  <a:cubicBezTo>
                    <a:pt x="196215" y="266700"/>
                    <a:pt x="165735" y="280035"/>
                    <a:pt x="127635" y="280035"/>
                  </a:cubicBezTo>
                  <a:cubicBezTo>
                    <a:pt x="51435" y="280035"/>
                    <a:pt x="0" y="224790"/>
                    <a:pt x="0" y="140970"/>
                  </a:cubicBezTo>
                  <a:cubicBezTo>
                    <a:pt x="0" y="57150"/>
                    <a:pt x="51435" y="0"/>
                    <a:pt x="128588" y="0"/>
                  </a:cubicBezTo>
                  <a:cubicBezTo>
                    <a:pt x="168592" y="0"/>
                    <a:pt x="200978" y="15240"/>
                    <a:pt x="224790" y="45720"/>
                  </a:cubicBezTo>
                  <a:lnTo>
                    <a:pt x="181928" y="86678"/>
                  </a:lnTo>
                  <a:cubicBezTo>
                    <a:pt x="165735" y="66675"/>
                    <a:pt x="149542" y="57150"/>
                    <a:pt x="128588" y="57150"/>
                  </a:cubicBezTo>
                  <a:cubicBezTo>
                    <a:pt x="89535" y="57150"/>
                    <a:pt x="62865" y="89535"/>
                    <a:pt x="62865" y="140017"/>
                  </a:cubicBezTo>
                  <a:cubicBezTo>
                    <a:pt x="62865" y="189548"/>
                    <a:pt x="89535" y="222885"/>
                    <a:pt x="128588" y="222885"/>
                  </a:cubicBezTo>
                  <a:cubicBezTo>
                    <a:pt x="149542" y="222885"/>
                    <a:pt x="166688" y="213360"/>
                    <a:pt x="183832" y="193358"/>
                  </a:cubicBezTo>
                  <a:lnTo>
                    <a:pt x="222885" y="237173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2" name="Freihandform: Form 180">
              <a:extLst>
                <a:ext uri="{FF2B5EF4-FFF2-40B4-BE49-F238E27FC236}">
                  <a16:creationId xmlns:a16="http://schemas.microsoft.com/office/drawing/2014/main" id="{7F984F63-6E59-D747-A1FE-64D581A1CD67}"/>
                </a:ext>
              </a:extLst>
            </p:cNvPr>
            <p:cNvSpPr/>
            <p:nvPr/>
          </p:nvSpPr>
          <p:spPr>
            <a:xfrm>
              <a:off x="1225460" y="487619"/>
              <a:ext cx="76931" cy="131103"/>
            </a:xfrm>
            <a:custGeom>
              <a:avLst/>
              <a:gdLst>
                <a:gd name="connsiteX0" fmla="*/ 228600 w 228600"/>
                <a:gd name="connsiteY0" fmla="*/ 388620 h 389572"/>
                <a:gd name="connsiteX1" fmla="*/ 166688 w 228600"/>
                <a:gd name="connsiteY1" fmla="*/ 388620 h 389572"/>
                <a:gd name="connsiteX2" fmla="*/ 166688 w 228600"/>
                <a:gd name="connsiteY2" fmla="*/ 236220 h 389572"/>
                <a:gd name="connsiteX3" fmla="*/ 117158 w 228600"/>
                <a:gd name="connsiteY3" fmla="*/ 171450 h 389572"/>
                <a:gd name="connsiteX4" fmla="*/ 61913 w 228600"/>
                <a:gd name="connsiteY4" fmla="*/ 236220 h 389572"/>
                <a:gd name="connsiteX5" fmla="*/ 61913 w 228600"/>
                <a:gd name="connsiteY5" fmla="*/ 389573 h 389572"/>
                <a:gd name="connsiteX6" fmla="*/ 0 w 228600"/>
                <a:gd name="connsiteY6" fmla="*/ 389573 h 389572"/>
                <a:gd name="connsiteX7" fmla="*/ 0 w 228600"/>
                <a:gd name="connsiteY7" fmla="*/ 15240 h 389572"/>
                <a:gd name="connsiteX8" fmla="*/ 61913 w 228600"/>
                <a:gd name="connsiteY8" fmla="*/ 0 h 389572"/>
                <a:gd name="connsiteX9" fmla="*/ 61913 w 228600"/>
                <a:gd name="connsiteY9" fmla="*/ 155258 h 389572"/>
                <a:gd name="connsiteX10" fmla="*/ 62865 w 228600"/>
                <a:gd name="connsiteY10" fmla="*/ 155258 h 389572"/>
                <a:gd name="connsiteX11" fmla="*/ 140970 w 228600"/>
                <a:gd name="connsiteY11" fmla="*/ 116205 h 389572"/>
                <a:gd name="connsiteX12" fmla="*/ 228600 w 228600"/>
                <a:gd name="connsiteY12" fmla="*/ 223838 h 389572"/>
                <a:gd name="connsiteX13" fmla="*/ 228600 w 228600"/>
                <a:gd name="connsiteY13" fmla="*/ 38862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600" h="389572">
                  <a:moveTo>
                    <a:pt x="228600" y="388620"/>
                  </a:moveTo>
                  <a:lnTo>
                    <a:pt x="166688" y="388620"/>
                  </a:lnTo>
                  <a:lnTo>
                    <a:pt x="166688" y="236220"/>
                  </a:lnTo>
                  <a:cubicBezTo>
                    <a:pt x="166688" y="197168"/>
                    <a:pt x="154305" y="171450"/>
                    <a:pt x="117158" y="171450"/>
                  </a:cubicBezTo>
                  <a:cubicBezTo>
                    <a:pt x="74295" y="171450"/>
                    <a:pt x="61913" y="205740"/>
                    <a:pt x="61913" y="236220"/>
                  </a:cubicBezTo>
                  <a:lnTo>
                    <a:pt x="61913" y="389573"/>
                  </a:lnTo>
                  <a:lnTo>
                    <a:pt x="0" y="389573"/>
                  </a:lnTo>
                  <a:lnTo>
                    <a:pt x="0" y="15240"/>
                  </a:lnTo>
                  <a:lnTo>
                    <a:pt x="61913" y="0"/>
                  </a:lnTo>
                  <a:lnTo>
                    <a:pt x="61913" y="155258"/>
                  </a:lnTo>
                  <a:lnTo>
                    <a:pt x="62865" y="155258"/>
                  </a:lnTo>
                  <a:cubicBezTo>
                    <a:pt x="78105" y="131445"/>
                    <a:pt x="105728" y="116205"/>
                    <a:pt x="140970" y="116205"/>
                  </a:cubicBezTo>
                  <a:cubicBezTo>
                    <a:pt x="202883" y="116205"/>
                    <a:pt x="228600" y="161925"/>
                    <a:pt x="228600" y="223838"/>
                  </a:cubicBezTo>
                  <a:lnTo>
                    <a:pt x="228600" y="38862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3" name="Freihandform: Form 181">
              <a:extLst>
                <a:ext uri="{FF2B5EF4-FFF2-40B4-BE49-F238E27FC236}">
                  <a16:creationId xmlns:a16="http://schemas.microsoft.com/office/drawing/2014/main" id="{5C2560F5-9B92-744C-815B-3DA2E06C248A}"/>
                </a:ext>
              </a:extLst>
            </p:cNvPr>
            <p:cNvSpPr/>
            <p:nvPr/>
          </p:nvSpPr>
          <p:spPr>
            <a:xfrm>
              <a:off x="1324189" y="526726"/>
              <a:ext cx="81739" cy="93920"/>
            </a:xfrm>
            <a:custGeom>
              <a:avLst/>
              <a:gdLst>
                <a:gd name="connsiteX0" fmla="*/ 132397 w 242887"/>
                <a:gd name="connsiteY0" fmla="*/ 279083 h 279082"/>
                <a:gd name="connsiteX1" fmla="*/ 0 w 242887"/>
                <a:gd name="connsiteY1" fmla="*/ 139065 h 279082"/>
                <a:gd name="connsiteX2" fmla="*/ 124777 w 242887"/>
                <a:gd name="connsiteY2" fmla="*/ 0 h 279082"/>
                <a:gd name="connsiteX3" fmla="*/ 242888 w 242887"/>
                <a:gd name="connsiteY3" fmla="*/ 135255 h 279082"/>
                <a:gd name="connsiteX4" fmla="*/ 241935 w 242887"/>
                <a:gd name="connsiteY4" fmla="*/ 160972 h 279082"/>
                <a:gd name="connsiteX5" fmla="*/ 62865 w 242887"/>
                <a:gd name="connsiteY5" fmla="*/ 160972 h 279082"/>
                <a:gd name="connsiteX6" fmla="*/ 132397 w 242887"/>
                <a:gd name="connsiteY6" fmla="*/ 225742 h 279082"/>
                <a:gd name="connsiteX7" fmla="*/ 198120 w 242887"/>
                <a:gd name="connsiteY7" fmla="*/ 194310 h 279082"/>
                <a:gd name="connsiteX8" fmla="*/ 237172 w 242887"/>
                <a:gd name="connsiteY8" fmla="*/ 235267 h 279082"/>
                <a:gd name="connsiteX9" fmla="*/ 132397 w 242887"/>
                <a:gd name="connsiteY9" fmla="*/ 279083 h 279082"/>
                <a:gd name="connsiteX10" fmla="*/ 62865 w 242887"/>
                <a:gd name="connsiteY10" fmla="*/ 115252 h 279082"/>
                <a:gd name="connsiteX11" fmla="*/ 183832 w 242887"/>
                <a:gd name="connsiteY11" fmla="*/ 115252 h 279082"/>
                <a:gd name="connsiteX12" fmla="*/ 124777 w 242887"/>
                <a:gd name="connsiteY12" fmla="*/ 50482 h 279082"/>
                <a:gd name="connsiteX13" fmla="*/ 62865 w 242887"/>
                <a:gd name="connsiteY13" fmla="*/ 115252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2887" h="279082">
                  <a:moveTo>
                    <a:pt x="132397" y="279083"/>
                  </a:moveTo>
                  <a:cubicBezTo>
                    <a:pt x="53340" y="279083"/>
                    <a:pt x="0" y="222885"/>
                    <a:pt x="0" y="139065"/>
                  </a:cubicBezTo>
                  <a:cubicBezTo>
                    <a:pt x="0" y="56197"/>
                    <a:pt x="50482" y="0"/>
                    <a:pt x="124777" y="0"/>
                  </a:cubicBezTo>
                  <a:cubicBezTo>
                    <a:pt x="196215" y="0"/>
                    <a:pt x="242888" y="53340"/>
                    <a:pt x="242888" y="135255"/>
                  </a:cubicBezTo>
                  <a:cubicBezTo>
                    <a:pt x="242888" y="143827"/>
                    <a:pt x="241935" y="153352"/>
                    <a:pt x="241935" y="160972"/>
                  </a:cubicBezTo>
                  <a:lnTo>
                    <a:pt x="62865" y="160972"/>
                  </a:lnTo>
                  <a:cubicBezTo>
                    <a:pt x="69532" y="201930"/>
                    <a:pt x="94297" y="225742"/>
                    <a:pt x="132397" y="225742"/>
                  </a:cubicBezTo>
                  <a:cubicBezTo>
                    <a:pt x="157163" y="225742"/>
                    <a:pt x="177165" y="216217"/>
                    <a:pt x="198120" y="194310"/>
                  </a:cubicBezTo>
                  <a:lnTo>
                    <a:pt x="237172" y="235267"/>
                  </a:lnTo>
                  <a:cubicBezTo>
                    <a:pt x="206692" y="264795"/>
                    <a:pt x="172402" y="279083"/>
                    <a:pt x="132397" y="279083"/>
                  </a:cubicBezTo>
                  <a:close/>
                  <a:moveTo>
                    <a:pt x="62865" y="115252"/>
                  </a:moveTo>
                  <a:lnTo>
                    <a:pt x="183832" y="115252"/>
                  </a:lnTo>
                  <a:cubicBezTo>
                    <a:pt x="180975" y="74295"/>
                    <a:pt x="160020" y="50482"/>
                    <a:pt x="124777" y="50482"/>
                  </a:cubicBezTo>
                  <a:cubicBezTo>
                    <a:pt x="89535" y="50482"/>
                    <a:pt x="67627" y="74295"/>
                    <a:pt x="62865" y="11525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4" name="Freihandform: Form 182">
              <a:extLst>
                <a:ext uri="{FF2B5EF4-FFF2-40B4-BE49-F238E27FC236}">
                  <a16:creationId xmlns:a16="http://schemas.microsoft.com/office/drawing/2014/main" id="{10550BE5-FD89-0141-8A31-8394D55DC06B}"/>
                </a:ext>
              </a:extLst>
            </p:cNvPr>
            <p:cNvSpPr/>
            <p:nvPr/>
          </p:nvSpPr>
          <p:spPr>
            <a:xfrm>
              <a:off x="1482539" y="494671"/>
              <a:ext cx="77893" cy="124051"/>
            </a:xfrm>
            <a:custGeom>
              <a:avLst/>
              <a:gdLst>
                <a:gd name="connsiteX0" fmla="*/ 231457 w 231457"/>
                <a:gd name="connsiteY0" fmla="*/ 60007 h 368617"/>
                <a:gd name="connsiteX1" fmla="*/ 65722 w 231457"/>
                <a:gd name="connsiteY1" fmla="*/ 60007 h 368617"/>
                <a:gd name="connsiteX2" fmla="*/ 65722 w 231457"/>
                <a:gd name="connsiteY2" fmla="*/ 151447 h 368617"/>
                <a:gd name="connsiteX3" fmla="*/ 189547 w 231457"/>
                <a:gd name="connsiteY3" fmla="*/ 151447 h 368617"/>
                <a:gd name="connsiteX4" fmla="*/ 189547 w 231457"/>
                <a:gd name="connsiteY4" fmla="*/ 211455 h 368617"/>
                <a:gd name="connsiteX5" fmla="*/ 65722 w 231457"/>
                <a:gd name="connsiteY5" fmla="*/ 211455 h 368617"/>
                <a:gd name="connsiteX6" fmla="*/ 65722 w 231457"/>
                <a:gd name="connsiteY6" fmla="*/ 368617 h 368617"/>
                <a:gd name="connsiteX7" fmla="*/ 0 w 231457"/>
                <a:gd name="connsiteY7" fmla="*/ 368617 h 368617"/>
                <a:gd name="connsiteX8" fmla="*/ 0 w 231457"/>
                <a:gd name="connsiteY8" fmla="*/ 0 h 368617"/>
                <a:gd name="connsiteX9" fmla="*/ 231457 w 231457"/>
                <a:gd name="connsiteY9" fmla="*/ 0 h 368617"/>
                <a:gd name="connsiteX10" fmla="*/ 231457 w 231457"/>
                <a:gd name="connsiteY10" fmla="*/ 60007 h 368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1457" h="368617">
                  <a:moveTo>
                    <a:pt x="231457" y="60007"/>
                  </a:moveTo>
                  <a:lnTo>
                    <a:pt x="65722" y="60007"/>
                  </a:lnTo>
                  <a:lnTo>
                    <a:pt x="65722" y="151447"/>
                  </a:lnTo>
                  <a:lnTo>
                    <a:pt x="189547" y="151447"/>
                  </a:lnTo>
                  <a:lnTo>
                    <a:pt x="189547" y="211455"/>
                  </a:lnTo>
                  <a:lnTo>
                    <a:pt x="65722" y="211455"/>
                  </a:lnTo>
                  <a:lnTo>
                    <a:pt x="65722" y="368617"/>
                  </a:lnTo>
                  <a:lnTo>
                    <a:pt x="0" y="368617"/>
                  </a:lnTo>
                  <a:lnTo>
                    <a:pt x="0" y="0"/>
                  </a:lnTo>
                  <a:lnTo>
                    <a:pt x="231457" y="0"/>
                  </a:lnTo>
                  <a:lnTo>
                    <a:pt x="231457" y="60007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5" name="Freihandform: Form 183">
              <a:extLst>
                <a:ext uri="{FF2B5EF4-FFF2-40B4-BE49-F238E27FC236}">
                  <a16:creationId xmlns:a16="http://schemas.microsoft.com/office/drawing/2014/main" id="{70FD90DC-6A31-C541-812B-85C55A64D828}"/>
                </a:ext>
              </a:extLst>
            </p:cNvPr>
            <p:cNvSpPr/>
            <p:nvPr/>
          </p:nvSpPr>
          <p:spPr>
            <a:xfrm>
              <a:off x="1564279" y="526726"/>
              <a:ext cx="76290" cy="93920"/>
            </a:xfrm>
            <a:custGeom>
              <a:avLst/>
              <a:gdLst>
                <a:gd name="connsiteX0" fmla="*/ 115253 w 226694"/>
                <a:gd name="connsiteY0" fmla="*/ 107633 h 279082"/>
                <a:gd name="connsiteX1" fmla="*/ 165735 w 226694"/>
                <a:gd name="connsiteY1" fmla="*/ 113347 h 279082"/>
                <a:gd name="connsiteX2" fmla="*/ 165735 w 226694"/>
                <a:gd name="connsiteY2" fmla="*/ 103822 h 279082"/>
                <a:gd name="connsiteX3" fmla="*/ 106680 w 226694"/>
                <a:gd name="connsiteY3" fmla="*/ 52388 h 279082"/>
                <a:gd name="connsiteX4" fmla="*/ 39053 w 226694"/>
                <a:gd name="connsiteY4" fmla="*/ 67627 h 279082"/>
                <a:gd name="connsiteX5" fmla="*/ 25717 w 226694"/>
                <a:gd name="connsiteY5" fmla="*/ 15240 h 279082"/>
                <a:gd name="connsiteX6" fmla="*/ 113347 w 226694"/>
                <a:gd name="connsiteY6" fmla="*/ 0 h 279082"/>
                <a:gd name="connsiteX7" fmla="*/ 226695 w 226694"/>
                <a:gd name="connsiteY7" fmla="*/ 102870 h 279082"/>
                <a:gd name="connsiteX8" fmla="*/ 226695 w 226694"/>
                <a:gd name="connsiteY8" fmla="*/ 273367 h 279082"/>
                <a:gd name="connsiteX9" fmla="*/ 167640 w 226694"/>
                <a:gd name="connsiteY9" fmla="*/ 273367 h 279082"/>
                <a:gd name="connsiteX10" fmla="*/ 167640 w 226694"/>
                <a:gd name="connsiteY10" fmla="*/ 244792 h 279082"/>
                <a:gd name="connsiteX11" fmla="*/ 165735 w 226694"/>
                <a:gd name="connsiteY11" fmla="*/ 244792 h 279082"/>
                <a:gd name="connsiteX12" fmla="*/ 87630 w 226694"/>
                <a:gd name="connsiteY12" fmla="*/ 279083 h 279082"/>
                <a:gd name="connsiteX13" fmla="*/ 0 w 226694"/>
                <a:gd name="connsiteY13" fmla="*/ 194310 h 279082"/>
                <a:gd name="connsiteX14" fmla="*/ 115253 w 226694"/>
                <a:gd name="connsiteY14" fmla="*/ 107633 h 279082"/>
                <a:gd name="connsiteX15" fmla="*/ 104775 w 226694"/>
                <a:gd name="connsiteY15" fmla="*/ 232410 h 279082"/>
                <a:gd name="connsiteX16" fmla="*/ 165735 w 226694"/>
                <a:gd name="connsiteY16" fmla="*/ 200025 h 279082"/>
                <a:gd name="connsiteX17" fmla="*/ 165735 w 226694"/>
                <a:gd name="connsiteY17" fmla="*/ 153352 h 279082"/>
                <a:gd name="connsiteX18" fmla="*/ 121920 w 226694"/>
                <a:gd name="connsiteY18" fmla="*/ 148590 h 279082"/>
                <a:gd name="connsiteX19" fmla="*/ 60007 w 226694"/>
                <a:gd name="connsiteY19" fmla="*/ 192405 h 279082"/>
                <a:gd name="connsiteX20" fmla="*/ 104775 w 226694"/>
                <a:gd name="connsiteY20" fmla="*/ 232410 h 279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6694" h="279082">
                  <a:moveTo>
                    <a:pt x="115253" y="107633"/>
                  </a:moveTo>
                  <a:cubicBezTo>
                    <a:pt x="132397" y="107633"/>
                    <a:pt x="148590" y="108585"/>
                    <a:pt x="165735" y="113347"/>
                  </a:cubicBezTo>
                  <a:lnTo>
                    <a:pt x="165735" y="103822"/>
                  </a:lnTo>
                  <a:cubicBezTo>
                    <a:pt x="165735" y="69532"/>
                    <a:pt x="145732" y="52388"/>
                    <a:pt x="106680" y="52388"/>
                  </a:cubicBezTo>
                  <a:cubicBezTo>
                    <a:pt x="84772" y="52388"/>
                    <a:pt x="60960" y="57150"/>
                    <a:pt x="39053" y="67627"/>
                  </a:cubicBezTo>
                  <a:lnTo>
                    <a:pt x="25717" y="15240"/>
                  </a:lnTo>
                  <a:cubicBezTo>
                    <a:pt x="50482" y="5715"/>
                    <a:pt x="82867" y="0"/>
                    <a:pt x="113347" y="0"/>
                  </a:cubicBezTo>
                  <a:cubicBezTo>
                    <a:pt x="188595" y="0"/>
                    <a:pt x="226695" y="35242"/>
                    <a:pt x="226695" y="102870"/>
                  </a:cubicBezTo>
                  <a:lnTo>
                    <a:pt x="226695" y="273367"/>
                  </a:lnTo>
                  <a:lnTo>
                    <a:pt x="167640" y="273367"/>
                  </a:lnTo>
                  <a:lnTo>
                    <a:pt x="167640" y="244792"/>
                  </a:lnTo>
                  <a:lnTo>
                    <a:pt x="165735" y="244792"/>
                  </a:lnTo>
                  <a:cubicBezTo>
                    <a:pt x="142875" y="268605"/>
                    <a:pt x="119063" y="279083"/>
                    <a:pt x="87630" y="279083"/>
                  </a:cubicBezTo>
                  <a:cubicBezTo>
                    <a:pt x="34290" y="279083"/>
                    <a:pt x="0" y="245745"/>
                    <a:pt x="0" y="194310"/>
                  </a:cubicBezTo>
                  <a:cubicBezTo>
                    <a:pt x="0" y="138113"/>
                    <a:pt x="40005" y="107633"/>
                    <a:pt x="115253" y="107633"/>
                  </a:cubicBezTo>
                  <a:close/>
                  <a:moveTo>
                    <a:pt x="104775" y="232410"/>
                  </a:moveTo>
                  <a:cubicBezTo>
                    <a:pt x="127635" y="232410"/>
                    <a:pt x="148590" y="220980"/>
                    <a:pt x="165735" y="200025"/>
                  </a:cubicBezTo>
                  <a:lnTo>
                    <a:pt x="165735" y="153352"/>
                  </a:lnTo>
                  <a:cubicBezTo>
                    <a:pt x="151447" y="149542"/>
                    <a:pt x="136207" y="148590"/>
                    <a:pt x="121920" y="148590"/>
                  </a:cubicBezTo>
                  <a:cubicBezTo>
                    <a:pt x="82867" y="148590"/>
                    <a:pt x="60007" y="163830"/>
                    <a:pt x="60007" y="192405"/>
                  </a:cubicBezTo>
                  <a:cubicBezTo>
                    <a:pt x="60007" y="217170"/>
                    <a:pt x="77153" y="232410"/>
                    <a:pt x="104775" y="23241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6" name="Freihandform: Form 184">
              <a:extLst>
                <a:ext uri="{FF2B5EF4-FFF2-40B4-BE49-F238E27FC236}">
                  <a16:creationId xmlns:a16="http://schemas.microsoft.com/office/drawing/2014/main" id="{BFE57595-6D95-614F-8E3C-5E8FADFC3681}"/>
                </a:ext>
              </a:extLst>
            </p:cNvPr>
            <p:cNvSpPr/>
            <p:nvPr/>
          </p:nvSpPr>
          <p:spPr>
            <a:xfrm>
              <a:off x="1667175" y="487619"/>
              <a:ext cx="78854" cy="131103"/>
            </a:xfrm>
            <a:custGeom>
              <a:avLst/>
              <a:gdLst>
                <a:gd name="connsiteX0" fmla="*/ 0 w 234314"/>
                <a:gd name="connsiteY0" fmla="*/ 15240 h 389572"/>
                <a:gd name="connsiteX1" fmla="*/ 61913 w 234314"/>
                <a:gd name="connsiteY1" fmla="*/ 0 h 389572"/>
                <a:gd name="connsiteX2" fmla="*/ 61913 w 234314"/>
                <a:gd name="connsiteY2" fmla="*/ 234315 h 389572"/>
                <a:gd name="connsiteX3" fmla="*/ 62865 w 234314"/>
                <a:gd name="connsiteY3" fmla="*/ 234315 h 389572"/>
                <a:gd name="connsiteX4" fmla="*/ 150495 w 234314"/>
                <a:gd name="connsiteY4" fmla="*/ 122873 h 389572"/>
                <a:gd name="connsiteX5" fmla="*/ 224790 w 234314"/>
                <a:gd name="connsiteY5" fmla="*/ 122873 h 389572"/>
                <a:gd name="connsiteX6" fmla="*/ 137160 w 234314"/>
                <a:gd name="connsiteY6" fmla="*/ 227648 h 389572"/>
                <a:gd name="connsiteX7" fmla="*/ 234315 w 234314"/>
                <a:gd name="connsiteY7" fmla="*/ 389573 h 389572"/>
                <a:gd name="connsiteX8" fmla="*/ 160020 w 234314"/>
                <a:gd name="connsiteY8" fmla="*/ 389573 h 389572"/>
                <a:gd name="connsiteX9" fmla="*/ 93345 w 234314"/>
                <a:gd name="connsiteY9" fmla="*/ 274320 h 389572"/>
                <a:gd name="connsiteX10" fmla="*/ 62865 w 234314"/>
                <a:gd name="connsiteY10" fmla="*/ 308610 h 389572"/>
                <a:gd name="connsiteX11" fmla="*/ 62865 w 234314"/>
                <a:gd name="connsiteY11" fmla="*/ 389573 h 389572"/>
                <a:gd name="connsiteX12" fmla="*/ 952 w 234314"/>
                <a:gd name="connsiteY12" fmla="*/ 389573 h 389572"/>
                <a:gd name="connsiteX13" fmla="*/ 952 w 234314"/>
                <a:gd name="connsiteY13" fmla="*/ 15240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14" h="389572">
                  <a:moveTo>
                    <a:pt x="0" y="15240"/>
                  </a:moveTo>
                  <a:lnTo>
                    <a:pt x="61913" y="0"/>
                  </a:lnTo>
                  <a:lnTo>
                    <a:pt x="61913" y="234315"/>
                  </a:lnTo>
                  <a:lnTo>
                    <a:pt x="62865" y="234315"/>
                  </a:lnTo>
                  <a:lnTo>
                    <a:pt x="150495" y="122873"/>
                  </a:lnTo>
                  <a:lnTo>
                    <a:pt x="224790" y="122873"/>
                  </a:lnTo>
                  <a:lnTo>
                    <a:pt x="137160" y="227648"/>
                  </a:lnTo>
                  <a:lnTo>
                    <a:pt x="234315" y="389573"/>
                  </a:lnTo>
                  <a:lnTo>
                    <a:pt x="160020" y="389573"/>
                  </a:lnTo>
                  <a:lnTo>
                    <a:pt x="93345" y="274320"/>
                  </a:lnTo>
                  <a:lnTo>
                    <a:pt x="62865" y="308610"/>
                  </a:lnTo>
                  <a:lnTo>
                    <a:pt x="62865" y="389573"/>
                  </a:lnTo>
                  <a:lnTo>
                    <a:pt x="952" y="389573"/>
                  </a:lnTo>
                  <a:lnTo>
                    <a:pt x="952" y="1524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7" name="Freihandform: Form 185">
              <a:extLst>
                <a:ext uri="{FF2B5EF4-FFF2-40B4-BE49-F238E27FC236}">
                  <a16:creationId xmlns:a16="http://schemas.microsoft.com/office/drawing/2014/main" id="{A2FABA4B-254C-1B43-83EF-9F0B1E10522F}"/>
                </a:ext>
              </a:extLst>
            </p:cNvPr>
            <p:cNvSpPr/>
            <p:nvPr/>
          </p:nvSpPr>
          <p:spPr>
            <a:xfrm>
              <a:off x="1761416" y="528970"/>
              <a:ext cx="77252" cy="91997"/>
            </a:xfrm>
            <a:custGeom>
              <a:avLst/>
              <a:gdLst>
                <a:gd name="connsiteX0" fmla="*/ 62865 w 229552"/>
                <a:gd name="connsiteY0" fmla="*/ 160020 h 273367"/>
                <a:gd name="connsiteX1" fmla="*/ 116205 w 229552"/>
                <a:gd name="connsiteY1" fmla="*/ 216217 h 273367"/>
                <a:gd name="connsiteX2" fmla="*/ 167640 w 229552"/>
                <a:gd name="connsiteY2" fmla="*/ 160020 h 273367"/>
                <a:gd name="connsiteX3" fmla="*/ 167640 w 229552"/>
                <a:gd name="connsiteY3" fmla="*/ 0 h 273367"/>
                <a:gd name="connsiteX4" fmla="*/ 229553 w 229552"/>
                <a:gd name="connsiteY4" fmla="*/ 0 h 273367"/>
                <a:gd name="connsiteX5" fmla="*/ 229553 w 229552"/>
                <a:gd name="connsiteY5" fmla="*/ 161925 h 273367"/>
                <a:gd name="connsiteX6" fmla="*/ 117157 w 229552"/>
                <a:gd name="connsiteY6" fmla="*/ 273367 h 273367"/>
                <a:gd name="connsiteX7" fmla="*/ 0 w 229552"/>
                <a:gd name="connsiteY7" fmla="*/ 162878 h 273367"/>
                <a:gd name="connsiteX8" fmla="*/ 0 w 229552"/>
                <a:gd name="connsiteY8" fmla="*/ 952 h 273367"/>
                <a:gd name="connsiteX9" fmla="*/ 61913 w 229552"/>
                <a:gd name="connsiteY9" fmla="*/ 952 h 273367"/>
                <a:gd name="connsiteX10" fmla="*/ 61913 w 229552"/>
                <a:gd name="connsiteY10" fmla="*/ 160020 h 273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9552" h="273367">
                  <a:moveTo>
                    <a:pt x="62865" y="160020"/>
                  </a:moveTo>
                  <a:cubicBezTo>
                    <a:pt x="62865" y="196215"/>
                    <a:pt x="80963" y="216217"/>
                    <a:pt x="116205" y="216217"/>
                  </a:cubicBezTo>
                  <a:cubicBezTo>
                    <a:pt x="150495" y="216217"/>
                    <a:pt x="167640" y="197167"/>
                    <a:pt x="167640" y="160020"/>
                  </a:cubicBezTo>
                  <a:lnTo>
                    <a:pt x="167640" y="0"/>
                  </a:lnTo>
                  <a:lnTo>
                    <a:pt x="229553" y="0"/>
                  </a:lnTo>
                  <a:lnTo>
                    <a:pt x="229553" y="161925"/>
                  </a:lnTo>
                  <a:cubicBezTo>
                    <a:pt x="229553" y="232410"/>
                    <a:pt x="190500" y="273367"/>
                    <a:pt x="117157" y="273367"/>
                  </a:cubicBezTo>
                  <a:cubicBezTo>
                    <a:pt x="44767" y="273367"/>
                    <a:pt x="0" y="232410"/>
                    <a:pt x="0" y="162878"/>
                  </a:cubicBezTo>
                  <a:lnTo>
                    <a:pt x="0" y="952"/>
                  </a:lnTo>
                  <a:lnTo>
                    <a:pt x="61913" y="952"/>
                  </a:lnTo>
                  <a:lnTo>
                    <a:pt x="61913" y="16002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8" name="Freihandform: Form 186">
              <a:extLst>
                <a:ext uri="{FF2B5EF4-FFF2-40B4-BE49-F238E27FC236}">
                  <a16:creationId xmlns:a16="http://schemas.microsoft.com/office/drawing/2014/main" id="{690CE0E5-1347-FA4F-B7E5-CE46959C362F}"/>
                </a:ext>
              </a:extLst>
            </p:cNvPr>
            <p:cNvSpPr/>
            <p:nvPr/>
          </p:nvSpPr>
          <p:spPr>
            <a:xfrm>
              <a:off x="1865594" y="487299"/>
              <a:ext cx="20835" cy="131103"/>
            </a:xfrm>
            <a:custGeom>
              <a:avLst/>
              <a:gdLst>
                <a:gd name="connsiteX0" fmla="*/ 61913 w 61912"/>
                <a:gd name="connsiteY0" fmla="*/ 389572 h 389572"/>
                <a:gd name="connsiteX1" fmla="*/ 0 w 61912"/>
                <a:gd name="connsiteY1" fmla="*/ 389572 h 389572"/>
                <a:gd name="connsiteX2" fmla="*/ 0 w 61912"/>
                <a:gd name="connsiteY2" fmla="*/ 14288 h 389572"/>
                <a:gd name="connsiteX3" fmla="*/ 61913 w 61912"/>
                <a:gd name="connsiteY3" fmla="*/ 0 h 389572"/>
                <a:gd name="connsiteX4" fmla="*/ 61913 w 61912"/>
                <a:gd name="connsiteY4" fmla="*/ 389572 h 38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2" h="389572">
                  <a:moveTo>
                    <a:pt x="61913" y="389572"/>
                  </a:moveTo>
                  <a:lnTo>
                    <a:pt x="0" y="389572"/>
                  </a:lnTo>
                  <a:lnTo>
                    <a:pt x="0" y="14288"/>
                  </a:lnTo>
                  <a:lnTo>
                    <a:pt x="61913" y="0"/>
                  </a:lnTo>
                  <a:lnTo>
                    <a:pt x="61913" y="389572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9" name="Freihandform: Form 187">
              <a:extLst>
                <a:ext uri="{FF2B5EF4-FFF2-40B4-BE49-F238E27FC236}">
                  <a16:creationId xmlns:a16="http://schemas.microsoft.com/office/drawing/2014/main" id="{523648FB-F30B-6D44-8921-177BD15F8CAE}"/>
                </a:ext>
              </a:extLst>
            </p:cNvPr>
            <p:cNvSpPr/>
            <p:nvPr/>
          </p:nvSpPr>
          <p:spPr>
            <a:xfrm>
              <a:off x="1905021" y="500120"/>
              <a:ext cx="55775" cy="120526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8 w 165734"/>
                <a:gd name="connsiteY3" fmla="*/ 282892 h 358140"/>
                <a:gd name="connsiteX4" fmla="*/ 40958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1918 w 165734"/>
                <a:gd name="connsiteY13" fmla="*/ 138113 h 358140"/>
                <a:gd name="connsiteX14" fmla="*/ 101918 w 165734"/>
                <a:gd name="connsiteY14" fmla="*/ 269558 h 358140"/>
                <a:gd name="connsiteX15" fmla="*/ 130493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8" y="331470"/>
                    <a:pt x="40958" y="282892"/>
                  </a:cubicBezTo>
                  <a:lnTo>
                    <a:pt x="40958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1918" y="138113"/>
                  </a:lnTo>
                  <a:lnTo>
                    <a:pt x="101918" y="269558"/>
                  </a:lnTo>
                  <a:cubicBezTo>
                    <a:pt x="101918" y="294322"/>
                    <a:pt x="110490" y="304800"/>
                    <a:pt x="130493" y="304800"/>
                  </a:cubicBezTo>
                  <a:cubicBezTo>
                    <a:pt x="141922" y="303847"/>
                    <a:pt x="155258" y="300038"/>
                    <a:pt x="165735" y="295275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0" name="Freihandform: Form 188">
              <a:extLst>
                <a:ext uri="{FF2B5EF4-FFF2-40B4-BE49-F238E27FC236}">
                  <a16:creationId xmlns:a16="http://schemas.microsoft.com/office/drawing/2014/main" id="{8B4E6752-4170-9648-9263-2C4FF9620BC2}"/>
                </a:ext>
              </a:extLst>
            </p:cNvPr>
            <p:cNvSpPr/>
            <p:nvPr/>
          </p:nvSpPr>
          <p:spPr>
            <a:xfrm>
              <a:off x="1977144" y="490504"/>
              <a:ext cx="75970" cy="130142"/>
            </a:xfrm>
            <a:custGeom>
              <a:avLst/>
              <a:gdLst>
                <a:gd name="connsiteX0" fmla="*/ 114300 w 225742"/>
                <a:gd name="connsiteY0" fmla="*/ 215265 h 386715"/>
                <a:gd name="connsiteX1" fmla="*/ 164783 w 225742"/>
                <a:gd name="connsiteY1" fmla="*/ 220980 h 386715"/>
                <a:gd name="connsiteX2" fmla="*/ 164783 w 225742"/>
                <a:gd name="connsiteY2" fmla="*/ 211455 h 386715"/>
                <a:gd name="connsiteX3" fmla="*/ 105728 w 225742"/>
                <a:gd name="connsiteY3" fmla="*/ 160020 h 386715"/>
                <a:gd name="connsiteX4" fmla="*/ 38100 w 225742"/>
                <a:gd name="connsiteY4" fmla="*/ 175260 h 386715"/>
                <a:gd name="connsiteX5" fmla="*/ 24765 w 225742"/>
                <a:gd name="connsiteY5" fmla="*/ 122873 h 386715"/>
                <a:gd name="connsiteX6" fmla="*/ 112395 w 225742"/>
                <a:gd name="connsiteY6" fmla="*/ 107633 h 386715"/>
                <a:gd name="connsiteX7" fmla="*/ 225742 w 225742"/>
                <a:gd name="connsiteY7" fmla="*/ 210503 h 386715"/>
                <a:gd name="connsiteX8" fmla="*/ 225742 w 225742"/>
                <a:gd name="connsiteY8" fmla="*/ 381000 h 386715"/>
                <a:gd name="connsiteX9" fmla="*/ 166688 w 225742"/>
                <a:gd name="connsiteY9" fmla="*/ 381000 h 386715"/>
                <a:gd name="connsiteX10" fmla="*/ 166688 w 225742"/>
                <a:gd name="connsiteY10" fmla="*/ 352425 h 386715"/>
                <a:gd name="connsiteX11" fmla="*/ 165735 w 225742"/>
                <a:gd name="connsiteY11" fmla="*/ 352425 h 386715"/>
                <a:gd name="connsiteX12" fmla="*/ 87630 w 225742"/>
                <a:gd name="connsiteY12" fmla="*/ 386715 h 386715"/>
                <a:gd name="connsiteX13" fmla="*/ 0 w 225742"/>
                <a:gd name="connsiteY13" fmla="*/ 301942 h 386715"/>
                <a:gd name="connsiteX14" fmla="*/ 114300 w 225742"/>
                <a:gd name="connsiteY14" fmla="*/ 215265 h 386715"/>
                <a:gd name="connsiteX15" fmla="*/ 63817 w 225742"/>
                <a:gd name="connsiteY15" fmla="*/ 72390 h 386715"/>
                <a:gd name="connsiteX16" fmla="*/ 26670 w 225742"/>
                <a:gd name="connsiteY16" fmla="*/ 36195 h 386715"/>
                <a:gd name="connsiteX17" fmla="*/ 63817 w 225742"/>
                <a:gd name="connsiteY17" fmla="*/ 0 h 386715"/>
                <a:gd name="connsiteX18" fmla="*/ 100965 w 225742"/>
                <a:gd name="connsiteY18" fmla="*/ 36195 h 386715"/>
                <a:gd name="connsiteX19" fmla="*/ 63817 w 225742"/>
                <a:gd name="connsiteY19" fmla="*/ 72390 h 386715"/>
                <a:gd name="connsiteX20" fmla="*/ 103822 w 225742"/>
                <a:gd name="connsiteY20" fmla="*/ 340042 h 386715"/>
                <a:gd name="connsiteX21" fmla="*/ 164783 w 225742"/>
                <a:gd name="connsiteY21" fmla="*/ 307658 h 386715"/>
                <a:gd name="connsiteX22" fmla="*/ 164783 w 225742"/>
                <a:gd name="connsiteY22" fmla="*/ 260985 h 386715"/>
                <a:gd name="connsiteX23" fmla="*/ 120967 w 225742"/>
                <a:gd name="connsiteY23" fmla="*/ 256222 h 386715"/>
                <a:gd name="connsiteX24" fmla="*/ 59055 w 225742"/>
                <a:gd name="connsiteY24" fmla="*/ 300038 h 386715"/>
                <a:gd name="connsiteX25" fmla="*/ 103822 w 225742"/>
                <a:gd name="connsiteY25" fmla="*/ 340042 h 386715"/>
                <a:gd name="connsiteX26" fmla="*/ 172403 w 225742"/>
                <a:gd name="connsiteY26" fmla="*/ 72390 h 386715"/>
                <a:gd name="connsiteX27" fmla="*/ 135255 w 225742"/>
                <a:gd name="connsiteY27" fmla="*/ 36195 h 386715"/>
                <a:gd name="connsiteX28" fmla="*/ 172403 w 225742"/>
                <a:gd name="connsiteY28" fmla="*/ 0 h 386715"/>
                <a:gd name="connsiteX29" fmla="*/ 209550 w 225742"/>
                <a:gd name="connsiteY29" fmla="*/ 36195 h 386715"/>
                <a:gd name="connsiteX30" fmla="*/ 172403 w 225742"/>
                <a:gd name="connsiteY30" fmla="*/ 72390 h 386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5742" h="386715">
                  <a:moveTo>
                    <a:pt x="114300" y="215265"/>
                  </a:moveTo>
                  <a:cubicBezTo>
                    <a:pt x="131445" y="215265"/>
                    <a:pt x="147638" y="216217"/>
                    <a:pt x="164783" y="220980"/>
                  </a:cubicBezTo>
                  <a:lnTo>
                    <a:pt x="164783" y="211455"/>
                  </a:lnTo>
                  <a:cubicBezTo>
                    <a:pt x="164783" y="177165"/>
                    <a:pt x="144780" y="160020"/>
                    <a:pt x="105728" y="160020"/>
                  </a:cubicBezTo>
                  <a:cubicBezTo>
                    <a:pt x="83820" y="160020"/>
                    <a:pt x="60008" y="164783"/>
                    <a:pt x="38100" y="175260"/>
                  </a:cubicBezTo>
                  <a:lnTo>
                    <a:pt x="24765" y="122873"/>
                  </a:lnTo>
                  <a:cubicBezTo>
                    <a:pt x="49530" y="113348"/>
                    <a:pt x="81915" y="107633"/>
                    <a:pt x="112395" y="107633"/>
                  </a:cubicBezTo>
                  <a:cubicBezTo>
                    <a:pt x="187642" y="107633"/>
                    <a:pt x="225742" y="142875"/>
                    <a:pt x="225742" y="210503"/>
                  </a:cubicBezTo>
                  <a:lnTo>
                    <a:pt x="225742" y="381000"/>
                  </a:lnTo>
                  <a:lnTo>
                    <a:pt x="166688" y="381000"/>
                  </a:lnTo>
                  <a:lnTo>
                    <a:pt x="166688" y="352425"/>
                  </a:lnTo>
                  <a:lnTo>
                    <a:pt x="165735" y="352425"/>
                  </a:lnTo>
                  <a:cubicBezTo>
                    <a:pt x="142875" y="376238"/>
                    <a:pt x="119063" y="386715"/>
                    <a:pt x="87630" y="386715"/>
                  </a:cubicBezTo>
                  <a:cubicBezTo>
                    <a:pt x="34290" y="386715"/>
                    <a:pt x="0" y="353378"/>
                    <a:pt x="0" y="301942"/>
                  </a:cubicBezTo>
                  <a:cubicBezTo>
                    <a:pt x="0" y="245745"/>
                    <a:pt x="40005" y="215265"/>
                    <a:pt x="114300" y="215265"/>
                  </a:cubicBezTo>
                  <a:close/>
                  <a:moveTo>
                    <a:pt x="63817" y="72390"/>
                  </a:moveTo>
                  <a:cubicBezTo>
                    <a:pt x="43815" y="72390"/>
                    <a:pt x="26670" y="55245"/>
                    <a:pt x="26670" y="36195"/>
                  </a:cubicBezTo>
                  <a:cubicBezTo>
                    <a:pt x="26670" y="17145"/>
                    <a:pt x="43815" y="0"/>
                    <a:pt x="63817" y="0"/>
                  </a:cubicBezTo>
                  <a:cubicBezTo>
                    <a:pt x="83820" y="0"/>
                    <a:pt x="100965" y="17145"/>
                    <a:pt x="100965" y="36195"/>
                  </a:cubicBezTo>
                  <a:cubicBezTo>
                    <a:pt x="100965" y="56198"/>
                    <a:pt x="83820" y="72390"/>
                    <a:pt x="63817" y="72390"/>
                  </a:cubicBezTo>
                  <a:close/>
                  <a:moveTo>
                    <a:pt x="103822" y="340042"/>
                  </a:moveTo>
                  <a:cubicBezTo>
                    <a:pt x="126683" y="340042"/>
                    <a:pt x="147638" y="328613"/>
                    <a:pt x="164783" y="307658"/>
                  </a:cubicBezTo>
                  <a:lnTo>
                    <a:pt x="164783" y="260985"/>
                  </a:lnTo>
                  <a:cubicBezTo>
                    <a:pt x="150495" y="257175"/>
                    <a:pt x="135255" y="256222"/>
                    <a:pt x="120967" y="256222"/>
                  </a:cubicBezTo>
                  <a:cubicBezTo>
                    <a:pt x="81915" y="256222"/>
                    <a:pt x="59055" y="271463"/>
                    <a:pt x="59055" y="300038"/>
                  </a:cubicBezTo>
                  <a:cubicBezTo>
                    <a:pt x="59055" y="324803"/>
                    <a:pt x="76200" y="340042"/>
                    <a:pt x="103822" y="340042"/>
                  </a:cubicBezTo>
                  <a:close/>
                  <a:moveTo>
                    <a:pt x="172403" y="72390"/>
                  </a:moveTo>
                  <a:cubicBezTo>
                    <a:pt x="152400" y="72390"/>
                    <a:pt x="135255" y="55245"/>
                    <a:pt x="135255" y="36195"/>
                  </a:cubicBezTo>
                  <a:cubicBezTo>
                    <a:pt x="135255" y="17145"/>
                    <a:pt x="152400" y="0"/>
                    <a:pt x="172403" y="0"/>
                  </a:cubicBezTo>
                  <a:cubicBezTo>
                    <a:pt x="192405" y="0"/>
                    <a:pt x="209550" y="17145"/>
                    <a:pt x="209550" y="36195"/>
                  </a:cubicBezTo>
                  <a:cubicBezTo>
                    <a:pt x="209550" y="56198"/>
                    <a:pt x="192405" y="72390"/>
                    <a:pt x="172403" y="7239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4" name="Freihandform: Form 189">
              <a:extLst>
                <a:ext uri="{FF2B5EF4-FFF2-40B4-BE49-F238E27FC236}">
                  <a16:creationId xmlns:a16="http://schemas.microsoft.com/office/drawing/2014/main" id="{85F99BB7-F3CA-2643-88CF-A78FF7ED54E6}"/>
                </a:ext>
              </a:extLst>
            </p:cNvPr>
            <p:cNvSpPr/>
            <p:nvPr/>
          </p:nvSpPr>
          <p:spPr>
            <a:xfrm>
              <a:off x="2069462" y="500120"/>
              <a:ext cx="55775" cy="120526"/>
            </a:xfrm>
            <a:custGeom>
              <a:avLst/>
              <a:gdLst>
                <a:gd name="connsiteX0" fmla="*/ 165735 w 165734"/>
                <a:gd name="connsiteY0" fmla="*/ 295275 h 358140"/>
                <a:gd name="connsiteX1" fmla="*/ 165735 w 165734"/>
                <a:gd name="connsiteY1" fmla="*/ 348615 h 358140"/>
                <a:gd name="connsiteX2" fmla="*/ 113347 w 165734"/>
                <a:gd name="connsiteY2" fmla="*/ 358140 h 358140"/>
                <a:gd name="connsiteX3" fmla="*/ 40957 w 165734"/>
                <a:gd name="connsiteY3" fmla="*/ 282892 h 358140"/>
                <a:gd name="connsiteX4" fmla="*/ 40957 w 165734"/>
                <a:gd name="connsiteY4" fmla="*/ 137160 h 358140"/>
                <a:gd name="connsiteX5" fmla="*/ 0 w 165734"/>
                <a:gd name="connsiteY5" fmla="*/ 137160 h 358140"/>
                <a:gd name="connsiteX6" fmla="*/ 0 w 165734"/>
                <a:gd name="connsiteY6" fmla="*/ 85725 h 358140"/>
                <a:gd name="connsiteX7" fmla="*/ 40005 w 165734"/>
                <a:gd name="connsiteY7" fmla="*/ 85725 h 358140"/>
                <a:gd name="connsiteX8" fmla="*/ 40005 w 165734"/>
                <a:gd name="connsiteY8" fmla="*/ 13335 h 358140"/>
                <a:gd name="connsiteX9" fmla="*/ 101918 w 165734"/>
                <a:gd name="connsiteY9" fmla="*/ 0 h 358140"/>
                <a:gd name="connsiteX10" fmla="*/ 101918 w 165734"/>
                <a:gd name="connsiteY10" fmla="*/ 86677 h 358140"/>
                <a:gd name="connsiteX11" fmla="*/ 165735 w 165734"/>
                <a:gd name="connsiteY11" fmla="*/ 86677 h 358140"/>
                <a:gd name="connsiteX12" fmla="*/ 165735 w 165734"/>
                <a:gd name="connsiteY12" fmla="*/ 138113 h 358140"/>
                <a:gd name="connsiteX13" fmla="*/ 102870 w 165734"/>
                <a:gd name="connsiteY13" fmla="*/ 138113 h 358140"/>
                <a:gd name="connsiteX14" fmla="*/ 102870 w 165734"/>
                <a:gd name="connsiteY14" fmla="*/ 269558 h 358140"/>
                <a:gd name="connsiteX15" fmla="*/ 131445 w 165734"/>
                <a:gd name="connsiteY15" fmla="*/ 304800 h 358140"/>
                <a:gd name="connsiteX16" fmla="*/ 165735 w 165734"/>
                <a:gd name="connsiteY16" fmla="*/ 295275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5734" h="358140">
                  <a:moveTo>
                    <a:pt x="165735" y="295275"/>
                  </a:moveTo>
                  <a:lnTo>
                    <a:pt x="165735" y="348615"/>
                  </a:lnTo>
                  <a:cubicBezTo>
                    <a:pt x="152400" y="355283"/>
                    <a:pt x="131445" y="358140"/>
                    <a:pt x="113347" y="358140"/>
                  </a:cubicBezTo>
                  <a:cubicBezTo>
                    <a:pt x="66675" y="358140"/>
                    <a:pt x="40957" y="331470"/>
                    <a:pt x="40957" y="282892"/>
                  </a:cubicBezTo>
                  <a:lnTo>
                    <a:pt x="40957" y="137160"/>
                  </a:lnTo>
                  <a:lnTo>
                    <a:pt x="0" y="137160"/>
                  </a:lnTo>
                  <a:lnTo>
                    <a:pt x="0" y="85725"/>
                  </a:lnTo>
                  <a:lnTo>
                    <a:pt x="40005" y="85725"/>
                  </a:lnTo>
                  <a:lnTo>
                    <a:pt x="40005" y="13335"/>
                  </a:lnTo>
                  <a:lnTo>
                    <a:pt x="101918" y="0"/>
                  </a:lnTo>
                  <a:lnTo>
                    <a:pt x="101918" y="86677"/>
                  </a:lnTo>
                  <a:lnTo>
                    <a:pt x="165735" y="86677"/>
                  </a:lnTo>
                  <a:lnTo>
                    <a:pt x="165735" y="138113"/>
                  </a:lnTo>
                  <a:lnTo>
                    <a:pt x="102870" y="138113"/>
                  </a:lnTo>
                  <a:lnTo>
                    <a:pt x="102870" y="269558"/>
                  </a:lnTo>
                  <a:cubicBezTo>
                    <a:pt x="102870" y="294322"/>
                    <a:pt x="111443" y="304800"/>
                    <a:pt x="131445" y="304800"/>
                  </a:cubicBezTo>
                  <a:cubicBezTo>
                    <a:pt x="142875" y="303847"/>
                    <a:pt x="155257" y="300038"/>
                    <a:pt x="165735" y="295275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195" name="Freihandform: Form 87">
            <a:extLst>
              <a:ext uri="{FF2B5EF4-FFF2-40B4-BE49-F238E27FC236}">
                <a16:creationId xmlns:a16="http://schemas.microsoft.com/office/drawing/2014/main" id="{EF6807A6-0BF2-1147-8095-6F63C6D14481}"/>
              </a:ext>
            </a:extLst>
          </p:cNvPr>
          <p:cNvSpPr/>
          <p:nvPr userDrawn="1"/>
        </p:nvSpPr>
        <p:spPr>
          <a:xfrm>
            <a:off x="9074802" y="300704"/>
            <a:ext cx="1403903" cy="535987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rgbClr val="041E42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48805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3999BA3-562C-4E45-8F3B-A023F450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272" y="301186"/>
            <a:ext cx="6143905" cy="29835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1581D5-332D-4C8E-AF45-43F518A6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272" y="1631156"/>
            <a:ext cx="10015819" cy="4569619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D440FC-859D-4521-8908-A802F3E53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10500" y="6634667"/>
            <a:ext cx="503343" cy="110479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718">
                <a:solidFill>
                  <a:schemeClr val="tx1"/>
                </a:solidFill>
              </a:defRPr>
            </a:lvl1pPr>
          </a:lstStyle>
          <a:p>
            <a:fld id="{E4F9C00A-8AFB-47C9-A7D9-7909CE906E5E}" type="datetime4">
              <a:rPr lang="de-DE" smtClean="0"/>
              <a:t>8. November 2024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8C6C66-9703-4B53-BAF2-1F89587F3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5272" y="6634667"/>
            <a:ext cx="4909939" cy="11047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718">
                <a:solidFill>
                  <a:schemeClr val="tx1"/>
                </a:solidFill>
              </a:defRPr>
            </a:lvl1pPr>
          </a:lstStyle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2FAB54-E254-4FCB-BB98-1E4D5A6D0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8348" y="6634667"/>
            <a:ext cx="182743" cy="110479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718"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39EA0DE-CCA1-4795-BE19-74C50E90E6A6}"/>
              </a:ext>
            </a:extLst>
          </p:cNvPr>
          <p:cNvSpPr/>
          <p:nvPr userDrawn="1"/>
        </p:nvSpPr>
        <p:spPr>
          <a:xfrm>
            <a:off x="465345" y="1196733"/>
            <a:ext cx="10481090" cy="7200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16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10272FF-60F7-4AF4-9CD6-0A04080EA9B4}"/>
              </a:ext>
            </a:extLst>
          </p:cNvPr>
          <p:cNvSpPr/>
          <p:nvPr userDrawn="1"/>
        </p:nvSpPr>
        <p:spPr>
          <a:xfrm>
            <a:off x="464268" y="6538526"/>
            <a:ext cx="10479957" cy="10800"/>
          </a:xfrm>
          <a:prstGeom prst="rect">
            <a:avLst/>
          </a:prstGeom>
          <a:solidFill>
            <a:srgbClr val="8C9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16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94ED806-CB19-40CC-A79A-590CC1E2001C}"/>
              </a:ext>
            </a:extLst>
          </p:cNvPr>
          <p:cNvGrpSpPr/>
          <p:nvPr userDrawn="1"/>
        </p:nvGrpSpPr>
        <p:grpSpPr>
          <a:xfrm>
            <a:off x="-350557" y="160153"/>
            <a:ext cx="299256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4AAF1C65-9B2D-4CC2-AC17-D265DC4D73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1A82F2D7-59C8-4661-B851-DC008AA6297D}"/>
                </a:ext>
              </a:extLst>
            </p:cNvPr>
            <p:cNvSpPr txBox="1"/>
            <p:nvPr userDrawn="1"/>
          </p:nvSpPr>
          <p:spPr>
            <a:xfrm>
              <a:off x="-95237" y="2711163"/>
              <a:ext cx="257151" cy="11214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11FD6C4-2ACB-4F36-A3BA-68BAE793E096}"/>
              </a:ext>
            </a:extLst>
          </p:cNvPr>
          <p:cNvGrpSpPr/>
          <p:nvPr userDrawn="1"/>
        </p:nvGrpSpPr>
        <p:grpSpPr>
          <a:xfrm>
            <a:off x="-350557" y="1131703"/>
            <a:ext cx="299256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779170BC-C4E0-4FC8-93EA-CB17C93272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6CF57888-5707-459D-94AC-235CE0EBEDDC}"/>
                </a:ext>
              </a:extLst>
            </p:cNvPr>
            <p:cNvSpPr txBox="1"/>
            <p:nvPr userDrawn="1"/>
          </p:nvSpPr>
          <p:spPr>
            <a:xfrm>
              <a:off x="-95236" y="2711163"/>
              <a:ext cx="257151" cy="11214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03014F4-59EC-4961-A29D-259A33C423B3}"/>
              </a:ext>
            </a:extLst>
          </p:cNvPr>
          <p:cNvGrpSpPr/>
          <p:nvPr userDrawn="1"/>
        </p:nvGrpSpPr>
        <p:grpSpPr>
          <a:xfrm>
            <a:off x="-350557" y="1491963"/>
            <a:ext cx="299256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BD8E14DC-3898-4BA1-91EA-46ADC917A5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61BB5C6B-8FE1-44A4-AE66-C1DB01AE301C}"/>
                </a:ext>
              </a:extLst>
            </p:cNvPr>
            <p:cNvSpPr txBox="1"/>
            <p:nvPr userDrawn="1"/>
          </p:nvSpPr>
          <p:spPr>
            <a:xfrm>
              <a:off x="-95236" y="2711163"/>
              <a:ext cx="257151" cy="11214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B9991022-C87B-4402-BF68-CD3ED59D5D85}"/>
              </a:ext>
            </a:extLst>
          </p:cNvPr>
          <p:cNvGrpSpPr/>
          <p:nvPr userDrawn="1"/>
        </p:nvGrpSpPr>
        <p:grpSpPr>
          <a:xfrm>
            <a:off x="-350557" y="3292188"/>
            <a:ext cx="299256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439873FE-8996-424A-94FE-EEEEC0A7B6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A04C5416-0A35-4C8C-8975-2F5057F69C48}"/>
                </a:ext>
              </a:extLst>
            </p:cNvPr>
            <p:cNvSpPr txBox="1"/>
            <p:nvPr userDrawn="1"/>
          </p:nvSpPr>
          <p:spPr>
            <a:xfrm>
              <a:off x="-95236" y="2711163"/>
              <a:ext cx="257151" cy="11214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F9A881D-D6E0-4814-9AA3-AAF6697A620E}"/>
              </a:ext>
            </a:extLst>
          </p:cNvPr>
          <p:cNvGrpSpPr/>
          <p:nvPr userDrawn="1"/>
        </p:nvGrpSpPr>
        <p:grpSpPr>
          <a:xfrm>
            <a:off x="-350557" y="6063963"/>
            <a:ext cx="299256" cy="136812"/>
            <a:chOff x="-133350" y="2711163"/>
            <a:chExt cx="333375" cy="136812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7ECA5DFD-01F8-49BC-9DE9-EE577F9B40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348451A-09A8-4D76-AA86-13CB9E640770}"/>
                </a:ext>
              </a:extLst>
            </p:cNvPr>
            <p:cNvSpPr txBox="1"/>
            <p:nvPr userDrawn="1"/>
          </p:nvSpPr>
          <p:spPr>
            <a:xfrm>
              <a:off x="-95235" y="2711163"/>
              <a:ext cx="257151" cy="11214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324DF2EB-9047-4DDA-A12A-4BAC4962F78F}"/>
              </a:ext>
            </a:extLst>
          </p:cNvPr>
          <p:cNvGrpSpPr/>
          <p:nvPr userDrawn="1"/>
        </p:nvGrpSpPr>
        <p:grpSpPr>
          <a:xfrm>
            <a:off x="-350557" y="6495763"/>
            <a:ext cx="299256" cy="136812"/>
            <a:chOff x="-133350" y="2711163"/>
            <a:chExt cx="333375" cy="136812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690A038D-AD14-4251-A0A9-22A5F6713B0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9E3D1027-C73A-4F88-AB8D-55680AB053E7}"/>
                </a:ext>
              </a:extLst>
            </p:cNvPr>
            <p:cNvSpPr txBox="1"/>
            <p:nvPr userDrawn="1"/>
          </p:nvSpPr>
          <p:spPr>
            <a:xfrm>
              <a:off x="-95235" y="2711163"/>
              <a:ext cx="257151" cy="11214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6244944-3F97-4474-9D4A-3D31BFBC3DF9}"/>
              </a:ext>
            </a:extLst>
          </p:cNvPr>
          <p:cNvGrpSpPr/>
          <p:nvPr userDrawn="1"/>
        </p:nvGrpSpPr>
        <p:grpSpPr>
          <a:xfrm rot="16200000">
            <a:off x="235760" y="-292142"/>
            <a:ext cx="333375" cy="122819"/>
            <a:chOff x="-133350" y="2711153"/>
            <a:chExt cx="333375" cy="136822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97182CE3-E874-4552-B5B3-4076C99089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DFE6B92B-AC01-4482-A6E7-400EF0E7F9ED}"/>
                </a:ext>
              </a:extLst>
            </p:cNvPr>
            <p:cNvSpPr txBox="1"/>
            <p:nvPr userDrawn="1"/>
          </p:nvSpPr>
          <p:spPr>
            <a:xfrm>
              <a:off x="-82079" y="2711153"/>
              <a:ext cx="230832" cy="12493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EC5B3E5-86C1-4027-A74F-789345DFA684}"/>
              </a:ext>
            </a:extLst>
          </p:cNvPr>
          <p:cNvGrpSpPr/>
          <p:nvPr userDrawn="1"/>
        </p:nvGrpSpPr>
        <p:grpSpPr>
          <a:xfrm rot="16200000">
            <a:off x="5147124" y="-292143"/>
            <a:ext cx="333375" cy="122816"/>
            <a:chOff x="-133350" y="2711157"/>
            <a:chExt cx="333375" cy="136818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7B62256D-25C9-4899-8A3A-7970EB4706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29A2699B-FFE8-4320-BD7A-68D214D9A58B}"/>
                </a:ext>
              </a:extLst>
            </p:cNvPr>
            <p:cNvSpPr txBox="1"/>
            <p:nvPr userDrawn="1"/>
          </p:nvSpPr>
          <p:spPr>
            <a:xfrm>
              <a:off x="-82077" y="2711157"/>
              <a:ext cx="230832" cy="1249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1A9EBBA-C118-4592-8B41-99FA797C19C4}"/>
              </a:ext>
            </a:extLst>
          </p:cNvPr>
          <p:cNvGrpSpPr/>
          <p:nvPr userDrawn="1"/>
        </p:nvGrpSpPr>
        <p:grpSpPr>
          <a:xfrm>
            <a:off x="5568996" y="-397424"/>
            <a:ext cx="112147" cy="333375"/>
            <a:chOff x="6416665" y="-397424"/>
            <a:chExt cx="124933" cy="333375"/>
          </a:xfrm>
        </p:grpSpPr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45C123C4-4121-4372-95DF-DC232FC6A3E1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10C304B0-38F3-48B3-A23F-BE3EEAF774D6}"/>
                </a:ext>
              </a:extLst>
            </p:cNvPr>
            <p:cNvSpPr txBox="1"/>
            <p:nvPr userDrawn="1"/>
          </p:nvSpPr>
          <p:spPr>
            <a:xfrm rot="16200000">
              <a:off x="6363716" y="-293204"/>
              <a:ext cx="230832" cy="1249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EA609601-D94C-4D05-A7EF-EBA9D6ACA00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305426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E2CEB042-C849-4BE4-A0F0-03828777E713}"/>
              </a:ext>
            </a:extLst>
          </p:cNvPr>
          <p:cNvGrpSpPr/>
          <p:nvPr userDrawn="1"/>
        </p:nvGrpSpPr>
        <p:grpSpPr>
          <a:xfrm rot="16200000">
            <a:off x="10258704" y="-292146"/>
            <a:ext cx="333375" cy="122812"/>
            <a:chOff x="-133350" y="2711161"/>
            <a:chExt cx="333375" cy="136814"/>
          </a:xfrm>
        </p:grpSpPr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A58E387D-7C2C-4001-94B6-8372A7A130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29EC0E69-66B7-4E97-B0AC-9CFA0DDEC604}"/>
                </a:ext>
              </a:extLst>
            </p:cNvPr>
            <p:cNvSpPr txBox="1"/>
            <p:nvPr userDrawn="1"/>
          </p:nvSpPr>
          <p:spPr>
            <a:xfrm>
              <a:off x="-82073" y="2711161"/>
              <a:ext cx="230832" cy="1249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820857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077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718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45" name="Freihandform: Form 43">
            <a:extLst>
              <a:ext uri="{FF2B5EF4-FFF2-40B4-BE49-F238E27FC236}">
                <a16:creationId xmlns:a16="http://schemas.microsoft.com/office/drawing/2014/main" id="{1CDC0A0B-F50B-9645-89F1-B1ED67D58143}"/>
              </a:ext>
            </a:extLst>
          </p:cNvPr>
          <p:cNvSpPr>
            <a:spLocks noChangeAspect="1"/>
          </p:cNvSpPr>
          <p:nvPr userDrawn="1"/>
        </p:nvSpPr>
        <p:spPr>
          <a:xfrm>
            <a:off x="939613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1E4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659824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  <p:sldLayoutId id="2147483774" r:id="rId18"/>
    <p:sldLayoutId id="2147483775" r:id="rId19"/>
    <p:sldLayoutId id="2147483776" r:id="rId20"/>
  </p:sldLayoutIdLst>
  <p:hf hdr="0"/>
  <p:txStyles>
    <p:titleStyle>
      <a:lvl1pPr algn="l" defTabSz="820857" rtl="0" eaLnBrk="1" latinLnBrk="0" hangingPunct="1">
        <a:lnSpc>
          <a:spcPct val="90000"/>
        </a:lnSpc>
        <a:spcBef>
          <a:spcPct val="0"/>
        </a:spcBef>
        <a:buNone/>
        <a:defRPr sz="2154" b="1" kern="1200">
          <a:solidFill>
            <a:srgbClr val="041E42"/>
          </a:solidFill>
          <a:latin typeface="+mj-lt"/>
          <a:ea typeface="+mj-ea"/>
          <a:cs typeface="+mj-cs"/>
        </a:defRPr>
      </a:lvl1pPr>
    </p:titleStyle>
    <p:bodyStyle>
      <a:lvl1pPr marL="0" indent="0" algn="l" defTabSz="820857" rtl="0" eaLnBrk="1" latinLnBrk="0" hangingPunct="1">
        <a:lnSpc>
          <a:spcPct val="110000"/>
        </a:lnSpc>
        <a:spcBef>
          <a:spcPts val="0"/>
        </a:spcBef>
        <a:spcAft>
          <a:spcPts val="1077"/>
        </a:spcAft>
        <a:buFont typeface="Arial" panose="020B0604020202020204" pitchFamily="34" charset="0"/>
        <a:buNone/>
        <a:defRPr sz="1436" kern="1200">
          <a:solidFill>
            <a:schemeClr val="tx1"/>
          </a:solidFill>
          <a:latin typeface="+mn-lt"/>
          <a:ea typeface="+mn-ea"/>
          <a:cs typeface="+mn-cs"/>
        </a:defRPr>
      </a:lvl1pPr>
      <a:lvl2pPr marL="161586" indent="-161586" algn="l" defTabSz="820857" rtl="0" eaLnBrk="1" latinLnBrk="0" hangingPunct="1">
        <a:lnSpc>
          <a:spcPct val="110000"/>
        </a:lnSpc>
        <a:spcBef>
          <a:spcPts val="0"/>
        </a:spcBef>
        <a:spcAft>
          <a:spcPts val="1077"/>
        </a:spcAft>
        <a:buClr>
          <a:schemeClr val="accent4"/>
        </a:buClr>
        <a:buFont typeface="Symbol" panose="05050102010706020507" pitchFamily="18" charset="2"/>
        <a:buChar char="-"/>
        <a:defRPr sz="1436" kern="1200">
          <a:solidFill>
            <a:schemeClr val="tx1"/>
          </a:solidFill>
          <a:latin typeface="+mn-lt"/>
          <a:ea typeface="+mn-ea"/>
          <a:cs typeface="+mn-cs"/>
        </a:defRPr>
      </a:lvl2pPr>
      <a:lvl3pPr marL="323172" indent="-161586" algn="l" defTabSz="820857" rtl="0" eaLnBrk="1" latinLnBrk="0" hangingPunct="1">
        <a:lnSpc>
          <a:spcPct val="110000"/>
        </a:lnSpc>
        <a:spcBef>
          <a:spcPts val="0"/>
        </a:spcBef>
        <a:spcAft>
          <a:spcPts val="1077"/>
        </a:spcAft>
        <a:buClr>
          <a:schemeClr val="accent4"/>
        </a:buClr>
        <a:buFont typeface="Symbol" panose="05050102010706020507" pitchFamily="18" charset="2"/>
        <a:buChar char="-"/>
        <a:defRPr sz="1257" kern="1200">
          <a:solidFill>
            <a:schemeClr val="tx1"/>
          </a:solidFill>
          <a:latin typeface="+mn-lt"/>
          <a:ea typeface="+mn-ea"/>
          <a:cs typeface="+mn-cs"/>
        </a:defRPr>
      </a:lvl3pPr>
      <a:lvl4pPr marL="484758" indent="-161586" algn="l" defTabSz="820857" rtl="0" eaLnBrk="1" latinLnBrk="0" hangingPunct="1">
        <a:lnSpc>
          <a:spcPct val="110000"/>
        </a:lnSpc>
        <a:spcBef>
          <a:spcPts val="0"/>
        </a:spcBef>
        <a:spcAft>
          <a:spcPts val="1077"/>
        </a:spcAft>
        <a:buClr>
          <a:schemeClr val="accent4"/>
        </a:buClr>
        <a:buFont typeface="Symbol" panose="05050102010706020507" pitchFamily="18" charset="2"/>
        <a:buChar char="-"/>
        <a:defRPr sz="1257" kern="1200">
          <a:solidFill>
            <a:schemeClr val="tx1"/>
          </a:solidFill>
          <a:latin typeface="+mn-lt"/>
          <a:ea typeface="+mn-ea"/>
          <a:cs typeface="+mn-cs"/>
        </a:defRPr>
      </a:lvl4pPr>
      <a:lvl5pPr marL="646344" indent="-161586" algn="l" defTabSz="820857" rtl="0" eaLnBrk="1" latinLnBrk="0" hangingPunct="1">
        <a:lnSpc>
          <a:spcPct val="110000"/>
        </a:lnSpc>
        <a:spcBef>
          <a:spcPts val="0"/>
        </a:spcBef>
        <a:spcAft>
          <a:spcPts val="1077"/>
        </a:spcAft>
        <a:buClr>
          <a:schemeClr val="accent4"/>
        </a:buClr>
        <a:buFont typeface="Symbol" panose="05050102010706020507" pitchFamily="18" charset="2"/>
        <a:buChar char="-"/>
        <a:defRPr sz="1077" kern="1200">
          <a:solidFill>
            <a:schemeClr val="tx1"/>
          </a:solidFill>
          <a:latin typeface="+mn-lt"/>
          <a:ea typeface="+mn-ea"/>
          <a:cs typeface="+mn-cs"/>
        </a:defRPr>
      </a:lvl5pPr>
      <a:lvl6pPr marL="807930" indent="-161586" algn="l" defTabSz="820857" rtl="0" eaLnBrk="1" latinLnBrk="0" hangingPunct="1">
        <a:lnSpc>
          <a:spcPct val="110000"/>
        </a:lnSpc>
        <a:spcBef>
          <a:spcPts val="0"/>
        </a:spcBef>
        <a:spcAft>
          <a:spcPts val="1077"/>
        </a:spcAft>
        <a:buClr>
          <a:schemeClr val="accent4"/>
        </a:buClr>
        <a:buFont typeface="Symbol" panose="05050102010706020507" pitchFamily="18" charset="2"/>
        <a:buChar char="-"/>
        <a:defRPr sz="1077" kern="1200">
          <a:solidFill>
            <a:schemeClr val="tx1"/>
          </a:solidFill>
          <a:latin typeface="+mn-lt"/>
          <a:ea typeface="+mn-ea"/>
          <a:cs typeface="+mn-cs"/>
        </a:defRPr>
      </a:lvl6pPr>
      <a:lvl7pPr marL="969516" indent="-161586" algn="l" defTabSz="820857" rtl="0" eaLnBrk="1" latinLnBrk="0" hangingPunct="1">
        <a:lnSpc>
          <a:spcPct val="110000"/>
        </a:lnSpc>
        <a:spcBef>
          <a:spcPts val="0"/>
        </a:spcBef>
        <a:spcAft>
          <a:spcPts val="1077"/>
        </a:spcAft>
        <a:buClr>
          <a:schemeClr val="accent4"/>
        </a:buClr>
        <a:buFont typeface="Symbol" panose="05050102010706020507" pitchFamily="18" charset="2"/>
        <a:buChar char="-"/>
        <a:defRPr sz="1077" kern="1200">
          <a:solidFill>
            <a:schemeClr val="tx1"/>
          </a:solidFill>
          <a:latin typeface="+mn-lt"/>
          <a:ea typeface="+mn-ea"/>
          <a:cs typeface="+mn-cs"/>
        </a:defRPr>
      </a:lvl7pPr>
      <a:lvl8pPr marL="1131102" indent="-161586" algn="l" defTabSz="820857" rtl="0" eaLnBrk="1" latinLnBrk="0" hangingPunct="1">
        <a:lnSpc>
          <a:spcPct val="110000"/>
        </a:lnSpc>
        <a:spcBef>
          <a:spcPts val="0"/>
        </a:spcBef>
        <a:spcAft>
          <a:spcPts val="1077"/>
        </a:spcAft>
        <a:buClr>
          <a:schemeClr val="accent4"/>
        </a:buClr>
        <a:buFont typeface="Symbol" panose="05050102010706020507" pitchFamily="18" charset="2"/>
        <a:buChar char="-"/>
        <a:defRPr sz="1077" kern="1200">
          <a:solidFill>
            <a:schemeClr val="tx1"/>
          </a:solidFill>
          <a:latin typeface="+mn-lt"/>
          <a:ea typeface="+mn-ea"/>
          <a:cs typeface="+mn-cs"/>
        </a:defRPr>
      </a:lvl8pPr>
      <a:lvl9pPr marL="1292688" indent="-161586" algn="l" defTabSz="820857" rtl="0" eaLnBrk="1" latinLnBrk="0" hangingPunct="1">
        <a:lnSpc>
          <a:spcPct val="110000"/>
        </a:lnSpc>
        <a:spcBef>
          <a:spcPts val="0"/>
        </a:spcBef>
        <a:spcAft>
          <a:spcPts val="1077"/>
        </a:spcAft>
        <a:buClr>
          <a:schemeClr val="accent4"/>
        </a:buClr>
        <a:buFont typeface="Symbol" panose="05050102010706020507" pitchFamily="18" charset="2"/>
        <a:buChar char="-"/>
        <a:defRPr sz="10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1pPr>
      <a:lvl2pPr marL="410428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2pPr>
      <a:lvl3pPr marL="820857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3pPr>
      <a:lvl4pPr marL="1231285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4pPr>
      <a:lvl5pPr marL="1641714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5pPr>
      <a:lvl6pPr marL="2052142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6pPr>
      <a:lvl7pPr marL="2462571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7pPr>
      <a:lvl8pPr marL="2872999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8pPr>
      <a:lvl9pPr marL="3283428" algn="l" defTabSz="820857" rtl="0" eaLnBrk="1" latinLnBrk="0" hangingPunct="1">
        <a:defRPr sz="16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447" userDrawn="1">
          <p15:clr>
            <a:srgbClr val="F26B43"/>
          </p15:clr>
        </p15:guide>
        <p15:guide id="3" pos="292" userDrawn="1">
          <p15:clr>
            <a:srgbClr val="F26B43"/>
          </p15:clr>
        </p15:guide>
        <p15:guide id="4" pos="6602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799" userDrawn="1">
          <p15:clr>
            <a:srgbClr val="F26B43"/>
          </p15:clr>
        </p15:guide>
        <p15:guide id="7" orient="horz" pos="1026" userDrawn="1">
          <p15:clr>
            <a:srgbClr val="F26B43"/>
          </p15:clr>
        </p15:guide>
        <p15:guide id="8" orient="horz" pos="3906" userDrawn="1">
          <p15:clr>
            <a:srgbClr val="F26B43"/>
          </p15:clr>
        </p15:guide>
        <p15:guide id="9" orient="horz" pos="4178" userDrawn="1">
          <p15:clr>
            <a:srgbClr val="F26B43"/>
          </p15:clr>
        </p15:guide>
        <p15:guide id="10" pos="3508" userDrawn="1">
          <p15:clr>
            <a:srgbClr val="F26B43"/>
          </p15:clr>
        </p15:guide>
        <p15:guide id="11" pos="338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fif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fif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fif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0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Bildplatzhalter 13" descr="Ein Bild, das Text, Geschirr enthält.&#10;&#10;Automatisch generierte Beschreibung">
            <a:extLst>
              <a:ext uri="{FF2B5EF4-FFF2-40B4-BE49-F238E27FC236}">
                <a16:creationId xmlns:a16="http://schemas.microsoft.com/office/drawing/2014/main" id="{02E97C76-A4DB-4E4D-BDE5-C46A0BB87CF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75" b="11875"/>
          <a:stretch>
            <a:fillRect/>
          </a:stretch>
        </p:blipFill>
        <p:spPr/>
      </p:pic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BB19DF95-D0DC-403C-8DA6-0ED3DF8165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F67DDAB-A029-4F51-840C-C39A868CC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617" y="3085476"/>
            <a:ext cx="10134185" cy="687048"/>
          </a:xfrm>
        </p:spPr>
        <p:txBody>
          <a:bodyPr/>
          <a:lstStyle/>
          <a:p>
            <a:r>
              <a:rPr lang="de-DE" sz="4400" dirty="0"/>
              <a:t>Data Science for Electron Microscopy</a:t>
            </a:r>
          </a:p>
        </p:txBody>
      </p:sp>
    </p:spTree>
    <p:extLst>
      <p:ext uri="{BB962C8B-B14F-4D97-AF65-F5344CB8AC3E}">
        <p14:creationId xmlns:p14="http://schemas.microsoft.com/office/powerpoint/2010/main" val="2553545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0BADC-162F-1EB8-08DE-E04D395AF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FCF17-48A0-4939-9B86-4A0E590241E6}" type="datetime4">
              <a:rPr lang="de-DE" smtClean="0"/>
              <a:t>8. November 2024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0641B6-7156-A618-C3CA-2FC723350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3B0FA5-8BB5-56D8-D81A-869BB1B17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017A7C0-13FD-9757-0883-D40AAF0AA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Regression Problems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BA1AD3B-2CFB-ABB7-642D-D9C095F22177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B8BCA55-56FA-FA36-AFB0-5A16CFAC347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9639B9-1EEF-7327-7146-CEA4E7DFC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6692"/>
            <a:ext cx="10944225" cy="86974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16EE4D5-EBD7-CE81-1487-BA50F001CB6B}"/>
              </a:ext>
            </a:extLst>
          </p:cNvPr>
          <p:cNvSpPr txBox="1"/>
          <p:nvPr/>
        </p:nvSpPr>
        <p:spPr>
          <a:xfrm>
            <a:off x="283301" y="2756278"/>
            <a:ext cx="5659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61616"/>
                </a:solidFill>
                <a:effectLst/>
                <a:latin typeface="Roboto" panose="02000000000000000000" pitchFamily="2" charset="0"/>
              </a:rPr>
              <a:t>revenue = (ad spending) w + b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4DC3759-01E5-1383-71E0-6E7BCE38D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8863" y="2538051"/>
            <a:ext cx="2968902" cy="73299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7EFF80F-93D9-D786-ED80-89241BC82B4F}"/>
              </a:ext>
            </a:extLst>
          </p:cNvPr>
          <p:cNvSpPr txBox="1"/>
          <p:nvPr/>
        </p:nvSpPr>
        <p:spPr>
          <a:xfrm>
            <a:off x="5056699" y="2719883"/>
            <a:ext cx="19309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61616"/>
                </a:solidFill>
                <a:effectLst/>
                <a:latin typeface="Roboto" panose="02000000000000000000" pitchFamily="2" charset="0"/>
              </a:rPr>
              <a:t>Loss function: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EF47C52-954A-CF65-5A99-A51760A865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501" y="3998516"/>
            <a:ext cx="7163158" cy="76076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9705CAB-B676-7112-DF84-D24F965B5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301" y="3271048"/>
            <a:ext cx="3211773" cy="197368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BC9E7F4-6EF1-F9FA-6914-2F8BE485B0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218" y="5349743"/>
            <a:ext cx="8386282" cy="1154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331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41018B-D9AC-9067-3150-3B20B8A12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FCF17-48A0-4939-9B86-4A0E590241E6}" type="datetime4">
              <a:rPr lang="de-DE" smtClean="0"/>
              <a:t>8. November 2024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235F4C-7AB4-FD9B-251C-8CE6D8A39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BA215D-5226-1301-A841-A3A7D3294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BBF7FAB-D220-DAB5-983E-A1E29A8A9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fusion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E78573D-2EF6-C3B2-1581-C7B07E684A72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6A50C3-22C4-11C5-7592-5ACFD9E9FE0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24B77D3D-10AB-8888-DD85-08A88481EB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03" y="1767052"/>
            <a:ext cx="3939292" cy="371934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DBE8925-A292-D889-910B-26588FFEF342}"/>
              </a:ext>
            </a:extLst>
          </p:cNvPr>
          <p:cNvSpPr txBox="1"/>
          <p:nvPr/>
        </p:nvSpPr>
        <p:spPr>
          <a:xfrm>
            <a:off x="4636688" y="1459929"/>
            <a:ext cx="56616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(STEM) can focus sub-angstrom electron beams on and between atoms to quantify structure and chemistry in real space from elastic and inelastic scattering processes.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809A2B-8764-026D-C1AB-0BAB9E63D545}"/>
              </a:ext>
            </a:extLst>
          </p:cNvPr>
          <p:cNvSpPr txBox="1"/>
          <p:nvPr/>
        </p:nvSpPr>
        <p:spPr>
          <a:xfrm>
            <a:off x="4636688" y="2760256"/>
            <a:ext cx="56616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chemical composition of specimens is revealed by spectroscopic techniques produced from inelastic interactions in the form of energy-dispersive X-rays (EDX)  or electron energy loss (EELS)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26DB60-DA95-6F4C-C124-B8F1B2D3D383}"/>
              </a:ext>
            </a:extLst>
          </p:cNvPr>
          <p:cNvSpPr txBox="1"/>
          <p:nvPr/>
        </p:nvSpPr>
        <p:spPr>
          <a:xfrm>
            <a:off x="4636688" y="4134011"/>
            <a:ext cx="56616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High resolution chemical imaging requires high doses (e.g., &gt;10^6 e/Å2) that often exceed the specimen limits—resulting in chemical maps that are noisy or missing entirely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041807-ECCE-FD97-E642-DD2360351338}"/>
              </a:ext>
            </a:extLst>
          </p:cNvPr>
          <p:cNvSpPr txBox="1"/>
          <p:nvPr/>
        </p:nvSpPr>
        <p:spPr>
          <a:xfrm>
            <a:off x="4636688" y="5353938"/>
            <a:ext cx="56616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Direct interpretation of atomic structure at higher-SNR is provided by elastically scattered electrons collected in a high-angle annular dark-field detector (HAADF); however, this signal under-describes the chemistry</a:t>
            </a:r>
          </a:p>
        </p:txBody>
      </p:sp>
    </p:spTree>
    <p:extLst>
      <p:ext uri="{BB962C8B-B14F-4D97-AF65-F5344CB8AC3E}">
        <p14:creationId xmlns:p14="http://schemas.microsoft.com/office/powerpoint/2010/main" val="2469958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235F4C-7AB4-FD9B-251C-8CE6D8A39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BBF7FAB-D220-DAB5-983E-A1E29A8A9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fusion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E78573D-2EF6-C3B2-1581-C7B07E684A72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6A50C3-22C4-11C5-7592-5ACFD9E9FE0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24B77D3D-10AB-8888-DD85-08A88481EB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03" y="1767052"/>
            <a:ext cx="3939292" cy="37193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FC17FC-E5EF-D210-E011-F631DDBA3DD0}"/>
              </a:ext>
            </a:extLst>
          </p:cNvPr>
          <p:cNvSpPr txBox="1"/>
          <p:nvPr/>
        </p:nvSpPr>
        <p:spPr>
          <a:xfrm>
            <a:off x="5029262" y="1420475"/>
            <a:ext cx="56616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Reaching the lowest doses at the highest SNR ultimately requires fusing both elastic and inelastic scattering modalities.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28688F-1C81-0F35-C175-F44D9046D0B3}"/>
              </a:ext>
            </a:extLst>
          </p:cNvPr>
          <p:cNvSpPr txBox="1"/>
          <p:nvPr/>
        </p:nvSpPr>
        <p:spPr>
          <a:xfrm>
            <a:off x="5029262" y="2505670"/>
            <a:ext cx="56616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Currently, detector signals—such as HAADF and EDX/EELS—are analyzed separately for insight into structural, chemical, or electronic properties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EB52AC-D31C-5A9C-FB1E-6D098C100DB1}"/>
              </a:ext>
            </a:extLst>
          </p:cNvPr>
          <p:cNvSpPr txBox="1"/>
          <p:nvPr/>
        </p:nvSpPr>
        <p:spPr>
          <a:xfrm>
            <a:off x="5029262" y="3590865"/>
            <a:ext cx="56616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Data fusion, popularized in satellite imaging, goes further than correlation by linking the separate signals to reconstruct new information and improve measurement accuracy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A0A562-CB25-FB0F-4590-3859F2C98026}"/>
              </a:ext>
            </a:extLst>
          </p:cNvPr>
          <p:cNvSpPr txBox="1"/>
          <p:nvPr/>
        </p:nvSpPr>
        <p:spPr>
          <a:xfrm>
            <a:off x="5029262" y="4986411"/>
            <a:ext cx="56616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recover chemical maps by reformulating the inverse problem as a nonlinear optimization that seeks solutions that accurately match the actual chemical distribution in a material</a:t>
            </a:r>
          </a:p>
        </p:txBody>
      </p:sp>
    </p:spTree>
    <p:extLst>
      <p:ext uri="{BB962C8B-B14F-4D97-AF65-F5344CB8AC3E}">
        <p14:creationId xmlns:p14="http://schemas.microsoft.com/office/powerpoint/2010/main" val="822062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235F4C-7AB4-FD9B-251C-8CE6D8A39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BBF7FAB-D220-DAB5-983E-A1E29A8A9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fusion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E78573D-2EF6-C3B2-1581-C7B07E684A72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6A50C3-22C4-11C5-7592-5ACFD9E9FE0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24B77D3D-10AB-8888-DD85-08A88481EB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03" y="1767052"/>
            <a:ext cx="3939292" cy="37193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ABEE204-57A6-E635-E445-E8733827E6E2}"/>
              </a:ext>
            </a:extLst>
          </p:cNvPr>
          <p:cNvSpPr txBox="1"/>
          <p:nvPr/>
        </p:nvSpPr>
        <p:spPr>
          <a:xfrm>
            <a:off x="4664710" y="1464923"/>
            <a:ext cx="56616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Fused multi-modal electron microscopy recovers chemical maps by solving an optimization problem seeking a solution that strongly correlates with </a:t>
            </a:r>
          </a:p>
          <a:p>
            <a:pPr marL="342900" indent="-342900">
              <a:buAutoNum type="arabicParenBoth"/>
            </a:pPr>
            <a:r>
              <a:rPr lang="en-US" dirty="0"/>
              <a:t>the HAADF modality containing high SNR, </a:t>
            </a:r>
          </a:p>
          <a:p>
            <a:pPr marL="342900" indent="-342900">
              <a:buAutoNum type="arabicParenBoth"/>
            </a:pPr>
            <a:r>
              <a:rPr lang="en-US" dirty="0"/>
              <a:t>the chemically sensitive spectroscopic modality (EELS and/or EDX), and </a:t>
            </a:r>
          </a:p>
          <a:p>
            <a:pPr marL="342900" indent="-342900">
              <a:buAutoNum type="arabicParenBoth"/>
            </a:pPr>
            <a:r>
              <a:rPr lang="en-US" dirty="0"/>
              <a:t> encourages sparsity in the gradient domain producing solutions with reduced spatial variation.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44444A-2AF1-78B2-1383-543D5B1FD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529" y="3938795"/>
            <a:ext cx="5415072" cy="112503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1316E57-1178-D21A-739A-0F3028CEC257}"/>
              </a:ext>
            </a:extLst>
          </p:cNvPr>
          <p:cNvSpPr txBox="1"/>
          <p:nvPr/>
        </p:nvSpPr>
        <p:spPr>
          <a:xfrm>
            <a:off x="4817293" y="5063829"/>
            <a:ext cx="566166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λ are regularization parameters, </a:t>
            </a:r>
            <a:r>
              <a:rPr lang="en-US" sz="1600" dirty="0" err="1"/>
              <a:t>b</a:t>
            </a:r>
            <a:r>
              <a:rPr lang="en-US" sz="1600" baseline="-25000" dirty="0" err="1"/>
              <a:t>H</a:t>
            </a:r>
            <a:r>
              <a:rPr lang="en-US" sz="1600" dirty="0"/>
              <a:t> is the measured HAADF, b</a:t>
            </a:r>
            <a:r>
              <a:rPr lang="en-US" sz="1600" baseline="-25000" dirty="0"/>
              <a:t>i</a:t>
            </a:r>
            <a:r>
              <a:rPr lang="en-US" sz="1600" dirty="0"/>
              <a:t> and x</a:t>
            </a:r>
            <a:r>
              <a:rPr lang="en-US" sz="1600" baseline="-25000" dirty="0"/>
              <a:t>i</a:t>
            </a:r>
            <a:r>
              <a:rPr lang="en-US" sz="1600" dirty="0"/>
              <a:t> are the measured and reconstructed chemical maps for element </a:t>
            </a:r>
            <a:r>
              <a:rPr lang="en-US" sz="1600" dirty="0" err="1"/>
              <a:t>i</a:t>
            </a:r>
            <a:r>
              <a:rPr lang="en-US" sz="1600" dirty="0"/>
              <a:t>, ε herein prevents log(0) issues but can also account for background, log is applied element-wise to its arguments, superscript </a:t>
            </a:r>
            <a:r>
              <a:rPr lang="en-US" sz="1600" baseline="30000" dirty="0"/>
              <a:t>T</a:t>
            </a:r>
            <a:r>
              <a:rPr lang="en-US" sz="1600" dirty="0"/>
              <a:t> denotes vector transpose, and 1 denotes the vector of </a:t>
            </a:r>
            <a:r>
              <a:rPr lang="en-US" sz="1600" dirty="0" err="1"/>
              <a:t>nx</a:t>
            </a:r>
            <a:r>
              <a:rPr lang="en-US" sz="1600" dirty="0"/>
              <a:t> × </a:t>
            </a:r>
            <a:r>
              <a:rPr lang="en-US" sz="1600" dirty="0" err="1"/>
              <a:t>ny</a:t>
            </a:r>
            <a:r>
              <a:rPr lang="en-US" sz="1600" dirty="0"/>
              <a:t> ones, where </a:t>
            </a:r>
            <a:r>
              <a:rPr lang="en-US" sz="1600" dirty="0" err="1"/>
              <a:t>nx</a:t>
            </a:r>
            <a:r>
              <a:rPr lang="en-US" sz="1600" dirty="0"/>
              <a:t> × </a:t>
            </a:r>
            <a:r>
              <a:rPr lang="en-US" sz="1600" dirty="0" err="1"/>
              <a:t>ny</a:t>
            </a:r>
            <a:r>
              <a:rPr lang="en-US" sz="1600" dirty="0"/>
              <a:t> is the image size.</a:t>
            </a:r>
          </a:p>
        </p:txBody>
      </p:sp>
    </p:spTree>
    <p:extLst>
      <p:ext uri="{BB962C8B-B14F-4D97-AF65-F5344CB8AC3E}">
        <p14:creationId xmlns:p14="http://schemas.microsoft.com/office/powerpoint/2010/main" val="657750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235F4C-7AB4-FD9B-251C-8CE6D8A39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BBF7FAB-D220-DAB5-983E-A1E29A8A9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fusion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E78573D-2EF6-C3B2-1581-C7B07E684A72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6A50C3-22C4-11C5-7592-5ACFD9E9FE0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44444A-2AF1-78B2-1383-543D5B1FD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065" y="1373395"/>
            <a:ext cx="5415072" cy="11250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26754E-FC0F-CA9B-7664-EFF4FA6AD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4430" y="2057208"/>
            <a:ext cx="5879795" cy="478390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9C64902-D227-02AE-4DD2-F90B2659D01B}"/>
              </a:ext>
            </a:extLst>
          </p:cNvPr>
          <p:cNvSpPr txBox="1"/>
          <p:nvPr/>
        </p:nvSpPr>
        <p:spPr>
          <a:xfrm>
            <a:off x="179477" y="2812910"/>
            <a:ext cx="47989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First term: the HAADF image is the sum of </a:t>
            </a:r>
          </a:p>
          <a:p>
            <a:r>
              <a:rPr lang="en-US" dirty="0"/>
              <a:t>All the elemental images, to the power of gamma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4B5C48-CC7B-B30F-B1C9-835CD95D8896}"/>
              </a:ext>
            </a:extLst>
          </p:cNvPr>
          <p:cNvSpPr/>
          <p:nvPr/>
        </p:nvSpPr>
        <p:spPr>
          <a:xfrm>
            <a:off x="1296537" y="1373395"/>
            <a:ext cx="1701421" cy="683813"/>
          </a:xfrm>
          <a:prstGeom prst="rect">
            <a:avLst/>
          </a:prstGeom>
          <a:solidFill>
            <a:schemeClr val="accent4">
              <a:lumMod val="60000"/>
              <a:lumOff val="40000"/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07969B9-9B0D-AF0E-895A-399CA9978C96}"/>
                  </a:ext>
                </a:extLst>
              </p14:cNvPr>
              <p14:cNvContentPartPr/>
              <p14:nvPr/>
            </p14:nvContentPartPr>
            <p14:xfrm>
              <a:off x="2308680" y="1692000"/>
              <a:ext cx="8336520" cy="514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07969B9-9B0D-AF0E-895A-399CA9978C9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99320" y="1682640"/>
                <a:ext cx="8355240" cy="53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00616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235F4C-7AB4-FD9B-251C-8CE6D8A39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BBF7FAB-D220-DAB5-983E-A1E29A8A9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fusion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E78573D-2EF6-C3B2-1581-C7B07E684A72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6A50C3-22C4-11C5-7592-5ACFD9E9FE0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44444A-2AF1-78B2-1383-543D5B1FD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065" y="1373395"/>
            <a:ext cx="5415072" cy="11250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26754E-FC0F-CA9B-7664-EFF4FA6AD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4430" y="2057208"/>
            <a:ext cx="5879795" cy="478390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9C64902-D227-02AE-4DD2-F90B2659D01B}"/>
              </a:ext>
            </a:extLst>
          </p:cNvPr>
          <p:cNvSpPr txBox="1"/>
          <p:nvPr/>
        </p:nvSpPr>
        <p:spPr>
          <a:xfrm>
            <a:off x="179477" y="2812910"/>
            <a:ext cx="47989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Second term: The measurement noise of the EDS channels follows a Poisson distribution </a:t>
            </a:r>
            <a:r>
              <a:rPr lang="en-US" dirty="0">
                <a:sym typeface="Wingdings" panose="05000000000000000000" pitchFamily="2" charset="2"/>
              </a:rPr>
              <a:t> Minimize the negative Poisson Likelihood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1E69C9-15F6-6DB5-2ADF-1F88C61A019D}"/>
              </a:ext>
            </a:extLst>
          </p:cNvPr>
          <p:cNvSpPr/>
          <p:nvPr/>
        </p:nvSpPr>
        <p:spPr>
          <a:xfrm>
            <a:off x="3427863" y="1373395"/>
            <a:ext cx="2413274" cy="683813"/>
          </a:xfrm>
          <a:prstGeom prst="rect">
            <a:avLst/>
          </a:prstGeom>
          <a:solidFill>
            <a:schemeClr val="accent4">
              <a:lumMod val="60000"/>
              <a:lumOff val="40000"/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1793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235F4C-7AB4-FD9B-251C-8CE6D8A39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BBF7FAB-D220-DAB5-983E-A1E29A8A9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Poisson likelihood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E78573D-2EF6-C3B2-1581-C7B07E684A72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6A50C3-22C4-11C5-7592-5ACFD9E9FE0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n-US" dirty="0"/>
              <a:t>How do we get this term?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44444A-2AF1-78B2-1383-543D5B1FD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065" y="1373395"/>
            <a:ext cx="5415072" cy="112503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B1E69C9-15F6-6DB5-2ADF-1F88C61A019D}"/>
              </a:ext>
            </a:extLst>
          </p:cNvPr>
          <p:cNvSpPr/>
          <p:nvPr/>
        </p:nvSpPr>
        <p:spPr>
          <a:xfrm>
            <a:off x="3427863" y="1373395"/>
            <a:ext cx="2413274" cy="683813"/>
          </a:xfrm>
          <a:prstGeom prst="rect">
            <a:avLst/>
          </a:prstGeom>
          <a:solidFill>
            <a:schemeClr val="accent4">
              <a:lumMod val="60000"/>
              <a:lumOff val="40000"/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A0AD553-EDC9-5B0E-365C-548536CAC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2441" y="2719727"/>
            <a:ext cx="3532936" cy="8498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0CAE75A-5F26-7BAF-DA4B-B5B96BD3A050}"/>
              </a:ext>
            </a:extLst>
          </p:cNvPr>
          <p:cNvSpPr txBox="1"/>
          <p:nvPr/>
        </p:nvSpPr>
        <p:spPr>
          <a:xfrm>
            <a:off x="201923" y="2673410"/>
            <a:ext cx="33419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the case of a perfect detector, the only source of noise is “shot noise”, i.e. counting statistics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8EE2670-7A78-0D65-65A1-307465519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2903" y="1303041"/>
            <a:ext cx="3095625" cy="23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5BB83B0-1946-64F3-A0D0-936F8D22DAAC}"/>
              </a:ext>
            </a:extLst>
          </p:cNvPr>
          <p:cNvSpPr txBox="1"/>
          <p:nvPr/>
        </p:nvSpPr>
        <p:spPr>
          <a:xfrm>
            <a:off x="201923" y="3944744"/>
            <a:ext cx="33419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probability distribution follows a Poisson distribution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3A89F2-EFBD-7A97-527A-11D1FA3B1595}"/>
              </a:ext>
            </a:extLst>
          </p:cNvPr>
          <p:cNvSpPr txBox="1"/>
          <p:nvPr/>
        </p:nvSpPr>
        <p:spPr>
          <a:xfrm>
            <a:off x="158704" y="4735775"/>
            <a:ext cx="33419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Likelihood for all pixels on the detector is then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DAD433-F43F-69AC-ADA2-E424549F35AA}"/>
              </a:ext>
            </a:extLst>
          </p:cNvPr>
          <p:cNvSpPr txBox="1"/>
          <p:nvPr/>
        </p:nvSpPr>
        <p:spPr>
          <a:xfrm>
            <a:off x="4153498" y="3944743"/>
            <a:ext cx="65145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product can diverge numerically </a:t>
            </a:r>
            <a:r>
              <a:rPr lang="en-US" dirty="0">
                <a:sym typeface="Wingdings" panose="05000000000000000000" pitchFamily="2" charset="2"/>
              </a:rPr>
              <a:t> use negative log likelihood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B924A29-137C-B0DC-3ED7-80F8276EAF21}"/>
                  </a:ext>
                </a:extLst>
              </p:cNvPr>
              <p:cNvSpPr txBox="1"/>
              <p:nvPr/>
            </p:nvSpPr>
            <p:spPr>
              <a:xfrm>
                <a:off x="152400" y="5605511"/>
                <a:ext cx="3341946" cy="7949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𝑖𝑥𝑒𝑙𝑠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B924A29-137C-B0DC-3ED7-80F8276EA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5605511"/>
                <a:ext cx="3341946" cy="7949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>
            <a:extLst>
              <a:ext uri="{FF2B5EF4-FFF2-40B4-BE49-F238E27FC236}">
                <a16:creationId xmlns:a16="http://schemas.microsoft.com/office/drawing/2014/main" id="{09CECA8C-157D-4D18-64FB-26B617A288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178" b="42550"/>
          <a:stretch/>
        </p:blipFill>
        <p:spPr>
          <a:xfrm>
            <a:off x="5436357" y="4668021"/>
            <a:ext cx="2664286" cy="70947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4ED2BBC-A699-310C-83BF-A3E5DFE9B01B}"/>
              </a:ext>
            </a:extLst>
          </p:cNvPr>
          <p:cNvSpPr txBox="1"/>
          <p:nvPr/>
        </p:nvSpPr>
        <p:spPr>
          <a:xfrm>
            <a:off x="4153498" y="5501716"/>
            <a:ext cx="56592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Epsilon for numerical stability, leave constant terms out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425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235F4C-7AB4-FD9B-251C-8CE6D8A39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Technische Fakultät</a:t>
            </a:r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BBF7FAB-D220-DAB5-983E-A1E29A8A9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fusion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E78573D-2EF6-C3B2-1581-C7B07E684A72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6A50C3-22C4-11C5-7592-5ACFD9E9FE0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44444A-2AF1-78B2-1383-543D5B1FD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065" y="1373395"/>
            <a:ext cx="5415072" cy="11250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26754E-FC0F-CA9B-7664-EFF4FA6AD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4430" y="2057208"/>
            <a:ext cx="5879795" cy="478390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9C64902-D227-02AE-4DD2-F90B2659D01B}"/>
              </a:ext>
            </a:extLst>
          </p:cNvPr>
          <p:cNvSpPr txBox="1"/>
          <p:nvPr/>
        </p:nvSpPr>
        <p:spPr>
          <a:xfrm>
            <a:off x="179477" y="2812910"/>
            <a:ext cx="479892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Third term: only depends on EDS maps </a:t>
            </a:r>
            <a:r>
              <a:rPr lang="en-US" dirty="0">
                <a:sym typeface="Wingdings" panose="05000000000000000000" pitchFamily="2" charset="2"/>
              </a:rPr>
              <a:t> prior information that EDS maps should be piecewise constant functions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Essentially: at each iteration, change the current estimate to be less noisy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1E69C9-15F6-6DB5-2ADF-1F88C61A019D}"/>
              </a:ext>
            </a:extLst>
          </p:cNvPr>
          <p:cNvSpPr/>
          <p:nvPr/>
        </p:nvSpPr>
        <p:spPr>
          <a:xfrm>
            <a:off x="2841010" y="2057208"/>
            <a:ext cx="966715" cy="515442"/>
          </a:xfrm>
          <a:prstGeom prst="rect">
            <a:avLst/>
          </a:prstGeom>
          <a:solidFill>
            <a:schemeClr val="accent4">
              <a:lumMod val="60000"/>
              <a:lumOff val="40000"/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0530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platzhalter 8" descr="Ein Bild, das Text, Geschirr enthält.&#10;&#10;Automatisch generierte Beschreibung">
            <a:extLst>
              <a:ext uri="{FF2B5EF4-FFF2-40B4-BE49-F238E27FC236}">
                <a16:creationId xmlns:a16="http://schemas.microsoft.com/office/drawing/2014/main" id="{0CAA2015-960B-4CA5-874D-BB71B5ED445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75" b="11875"/>
          <a:stretch>
            <a:fillRect/>
          </a:stretch>
        </p:blipFill>
        <p:spPr/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569FA69-69C9-49D8-B1A2-83690EE4CC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6F721586-3090-4DCB-A125-5B6AC19992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5271" y="2727880"/>
            <a:ext cx="10015820" cy="1402243"/>
          </a:xfrm>
        </p:spPr>
        <p:txBody>
          <a:bodyPr/>
          <a:lstStyle/>
          <a:p>
            <a:r>
              <a:rPr lang="de-DE" dirty="0"/>
              <a:t>Thank you </a:t>
            </a:r>
          </a:p>
          <a:p>
            <a:r>
              <a:rPr lang="de-DE" dirty="0"/>
              <a:t>for your attention!</a:t>
            </a:r>
          </a:p>
        </p:txBody>
      </p:sp>
    </p:spTree>
    <p:extLst>
      <p:ext uri="{BB962C8B-B14F-4D97-AF65-F5344CB8AC3E}">
        <p14:creationId xmlns:p14="http://schemas.microsoft.com/office/powerpoint/2010/main" val="4149252461"/>
      </p:ext>
    </p:extLst>
  </p:cSld>
  <p:clrMapOvr>
    <a:masterClrMapping/>
  </p:clrMapOvr>
</p:sld>
</file>

<file path=ppt/theme/theme1.xml><?xml version="1.0" encoding="utf-8"?>
<a:theme xmlns:a="http://schemas.openxmlformats.org/drawingml/2006/main" name="FAU - Technische Fakultät">
  <a:themeElements>
    <a:clrScheme name="FAU - Grau">
      <a:dk1>
        <a:sysClr val="windowText" lastClr="000000"/>
      </a:dk1>
      <a:lt1>
        <a:srgbClr val="FFFFFF"/>
      </a:lt1>
      <a:dk2>
        <a:srgbClr val="8C9FB1"/>
      </a:dk2>
      <a:lt2>
        <a:srgbClr val="FFFFFF"/>
      </a:lt2>
      <a:accent1>
        <a:srgbClr val="7F7F7F"/>
      </a:accent1>
      <a:accent2>
        <a:srgbClr val="204251"/>
      </a:accent2>
      <a:accent3>
        <a:srgbClr val="2F586E"/>
      </a:accent3>
      <a:accent4>
        <a:srgbClr val="8C9FB1"/>
      </a:accent4>
      <a:accent5>
        <a:srgbClr val="C2D0DC"/>
      </a:accent5>
      <a:accent6>
        <a:srgbClr val="C7C7C7"/>
      </a:accent6>
      <a:hlink>
        <a:srgbClr val="2F586E"/>
      </a:hlink>
      <a:folHlink>
        <a:srgbClr val="000000"/>
      </a:folHlink>
    </a:clrScheme>
    <a:fontScheme name="FA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80000" tIns="180000" rIns="180000" bIns="180000" rtlCol="0" anchor="ctr"/>
      <a:lstStyle>
        <a:defPPr marL="0" marR="0" indent="0" algn="ctr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-Master-FAU_Tech_16zu9" id="{49F8FEDA-A5C6-CB4E-B139-36DCF9164890}" vid="{BCBC8C67-21F2-C44A-939D-22B9866D8107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C64748B88E4F4A81E78C320064AA18" ma:contentTypeVersion="13" ma:contentTypeDescription="Ein neues Dokument erstellen." ma:contentTypeScope="" ma:versionID="7d7fe78eff81fbacf66dc0ff6aeec5a3">
  <xsd:schema xmlns:xsd="http://www.w3.org/2001/XMLSchema" xmlns:xs="http://www.w3.org/2001/XMLSchema" xmlns:p="http://schemas.microsoft.com/office/2006/metadata/properties" xmlns:ns2="e1a9e197-d112-4abb-aa0c-4ed035d690a3" xmlns:ns3="5d4c14f1-5e26-4315-944b-e10ebb29e5be" targetNamespace="http://schemas.microsoft.com/office/2006/metadata/properties" ma:root="true" ma:fieldsID="798e591f6d3205a21a5c8f3fdff7cfef" ns2:_="" ns3:_="">
    <xsd:import namespace="e1a9e197-d112-4abb-aa0c-4ed035d690a3"/>
    <xsd:import namespace="5d4c14f1-5e26-4315-944b-e10ebb29e5b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a9e197-d112-4abb-aa0c-4ed035d690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4c14f1-5e26-4315-944b-e10ebb29e5b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457329C-FB5F-4A4D-B331-82D30E9A74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DFBE955-EBBF-441B-94AE-DC551CE167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a9e197-d112-4abb-aa0c-4ed035d690a3"/>
    <ds:schemaRef ds:uri="5d4c14f1-5e26-4315-944b-e10ebb29e5b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C1A7FE3-81F7-4596-A188-3EE8D4188E1F}">
  <ds:schemaRefs>
    <ds:schemaRef ds:uri="http://purl.org/dc/terms/"/>
    <ds:schemaRef ds:uri="http://purl.org/dc/dcmitype/"/>
    <ds:schemaRef ds:uri="http://schemas.microsoft.com/office/infopath/2007/PartnerControls"/>
    <ds:schemaRef ds:uri="e1a9e197-d112-4abb-aa0c-4ed035d690a3"/>
    <ds:schemaRef ds:uri="http://schemas.microsoft.com/office/2006/documentManagement/types"/>
    <ds:schemaRef ds:uri="http://purl.org/dc/elements/1.1/"/>
    <ds:schemaRef ds:uri="http://www.w3.org/XML/1998/namespace"/>
    <ds:schemaRef ds:uri="http://schemas.openxmlformats.org/package/2006/metadata/core-properties"/>
    <ds:schemaRef ds:uri="5d4c14f1-5e26-4315-944b-e10ebb29e5be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3132</TotalTime>
  <Words>543</Words>
  <Application>Microsoft Office PowerPoint</Application>
  <PresentationFormat>Custom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Cambria Math</vt:lpstr>
      <vt:lpstr>Roboto</vt:lpstr>
      <vt:lpstr>Symbol</vt:lpstr>
      <vt:lpstr>Wingdings</vt:lpstr>
      <vt:lpstr>FAU - Technische Fakultät</vt:lpstr>
      <vt:lpstr>Data Science for Electron Microscopy</vt:lpstr>
      <vt:lpstr>3 Regression Problems</vt:lpstr>
      <vt:lpstr>Data fusion</vt:lpstr>
      <vt:lpstr>Data fusion</vt:lpstr>
      <vt:lpstr>Data fusion</vt:lpstr>
      <vt:lpstr>Data fusion</vt:lpstr>
      <vt:lpstr>Data fusion</vt:lpstr>
      <vt:lpstr>Poisson likelihood</vt:lpstr>
      <vt:lpstr>Data fusion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Willkommen</dc:title>
  <dc:creator>Julia Gutschmidt</dc:creator>
  <cp:lastModifiedBy>Philipp Pelz</cp:lastModifiedBy>
  <cp:revision>193</cp:revision>
  <dcterms:created xsi:type="dcterms:W3CDTF">2021-11-18T07:49:57Z</dcterms:created>
  <dcterms:modified xsi:type="dcterms:W3CDTF">2024-11-08T08:48:22Z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0x010100B7C64748B88E4F4A81E78C320064AA18</vt:lpwstr>
  </property>
</Properties>
</file>